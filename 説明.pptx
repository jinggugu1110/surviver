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61" r:id="rId2"/>
    <p:sldId id="256" r:id="rId3"/>
    <p:sldId id="259" r:id="rId4"/>
    <p:sldId id="258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7610AD-ACA3-451E-8E2C-FFECC99B9503}" v="29" dt="2026-01-18T10:52:37.1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婧 赵" userId="8c3bbca7d542cc93" providerId="LiveId" clId="{E3E37D08-90D1-48C5-9E65-08333D6DD0DD}"/>
    <pc:docChg chg="undo custSel addSld modSld sldOrd">
      <pc:chgData name="婧 赵" userId="8c3bbca7d542cc93" providerId="LiveId" clId="{E3E37D08-90D1-48C5-9E65-08333D6DD0DD}" dt="2026-01-16T05:14:10.562" v="1494" actId="1076"/>
      <pc:docMkLst>
        <pc:docMk/>
      </pc:docMkLst>
      <pc:sldChg chg="modSp mod">
        <pc:chgData name="婧 赵" userId="8c3bbca7d542cc93" providerId="LiveId" clId="{E3E37D08-90D1-48C5-9E65-08333D6DD0DD}" dt="2026-01-15T05:04:08.711" v="974" actId="27636"/>
        <pc:sldMkLst>
          <pc:docMk/>
          <pc:sldMk cId="1948302163" sldId="256"/>
        </pc:sldMkLst>
        <pc:spChg chg="mod">
          <ac:chgData name="婧 赵" userId="8c3bbca7d542cc93" providerId="LiveId" clId="{E3E37D08-90D1-48C5-9E65-08333D6DD0DD}" dt="2026-01-15T05:03:39.433" v="965" actId="1076"/>
          <ac:spMkLst>
            <pc:docMk/>
            <pc:sldMk cId="1948302163" sldId="256"/>
            <ac:spMk id="2" creationId="{15389575-66C4-33CF-B6CE-294E3D27CC98}"/>
          </ac:spMkLst>
        </pc:spChg>
        <pc:spChg chg="mod">
          <ac:chgData name="婧 赵" userId="8c3bbca7d542cc93" providerId="LiveId" clId="{E3E37D08-90D1-48C5-9E65-08333D6DD0DD}" dt="2026-01-15T05:04:08.711" v="974" actId="27636"/>
          <ac:spMkLst>
            <pc:docMk/>
            <pc:sldMk cId="1948302163" sldId="256"/>
            <ac:spMk id="3" creationId="{588C540B-D023-00DF-6B90-DB15E57E683F}"/>
          </ac:spMkLst>
        </pc:spChg>
      </pc:sldChg>
      <pc:sldChg chg="addSp delSp modSp mod">
        <pc:chgData name="婧 赵" userId="8c3bbca7d542cc93" providerId="LiveId" clId="{E3E37D08-90D1-48C5-9E65-08333D6DD0DD}" dt="2026-01-16T05:06:39.259" v="1441" actId="1076"/>
        <pc:sldMkLst>
          <pc:docMk/>
          <pc:sldMk cId="597337115" sldId="258"/>
        </pc:sldMkLst>
        <pc:spChg chg="mod">
          <ac:chgData name="婧 赵" userId="8c3bbca7d542cc93" providerId="LiveId" clId="{E3E37D08-90D1-48C5-9E65-08333D6DD0DD}" dt="2026-01-15T05:06:46.902" v="1046"/>
          <ac:spMkLst>
            <pc:docMk/>
            <pc:sldMk cId="597337115" sldId="258"/>
            <ac:spMk id="2" creationId="{844B3F72-7623-A0F7-D2FD-D143EF427B09}"/>
          </ac:spMkLst>
        </pc:spChg>
        <pc:spChg chg="mod">
          <ac:chgData name="婧 赵" userId="8c3bbca7d542cc93" providerId="LiveId" clId="{E3E37D08-90D1-48C5-9E65-08333D6DD0DD}" dt="2026-01-16T05:06:21.747" v="1436" actId="1076"/>
          <ac:spMkLst>
            <pc:docMk/>
            <pc:sldMk cId="597337115" sldId="258"/>
            <ac:spMk id="3" creationId="{5A76C4CA-EDE1-9171-F2AA-9A1A014631DE}"/>
          </ac:spMkLst>
        </pc:spChg>
        <pc:spChg chg="add mod">
          <ac:chgData name="婧 赵" userId="8c3bbca7d542cc93" providerId="LiveId" clId="{E3E37D08-90D1-48C5-9E65-08333D6DD0DD}" dt="2026-01-15T02:38:02.916" v="188" actId="14100"/>
          <ac:spMkLst>
            <pc:docMk/>
            <pc:sldMk cId="597337115" sldId="258"/>
            <ac:spMk id="4" creationId="{1291F010-9DA6-EBAB-A878-C67BAE693889}"/>
          </ac:spMkLst>
        </pc:spChg>
        <pc:spChg chg="mod">
          <ac:chgData name="婧 赵" userId="8c3bbca7d542cc93" providerId="LiveId" clId="{E3E37D08-90D1-48C5-9E65-08333D6DD0DD}" dt="2026-01-16T05:06:39.259" v="1441" actId="1076"/>
          <ac:spMkLst>
            <pc:docMk/>
            <pc:sldMk cId="597337115" sldId="258"/>
            <ac:spMk id="5" creationId="{F44CF5AE-CF48-7A03-5324-CFFCC38E730A}"/>
          </ac:spMkLst>
        </pc:spChg>
        <pc:spChg chg="add mod">
          <ac:chgData name="婧 赵" userId="8c3bbca7d542cc93" providerId="LiveId" clId="{E3E37D08-90D1-48C5-9E65-08333D6DD0DD}" dt="2026-01-15T02:38:33.901" v="192"/>
          <ac:spMkLst>
            <pc:docMk/>
            <pc:sldMk cId="597337115" sldId="258"/>
            <ac:spMk id="7" creationId="{EF1A059F-AEA5-29B3-EA42-F5B255422997}"/>
          </ac:spMkLst>
        </pc:spChg>
        <pc:spChg chg="add mod">
          <ac:chgData name="婧 赵" userId="8c3bbca7d542cc93" providerId="LiveId" clId="{E3E37D08-90D1-48C5-9E65-08333D6DD0DD}" dt="2026-01-15T02:38:38.525" v="194" actId="1076"/>
          <ac:spMkLst>
            <pc:docMk/>
            <pc:sldMk cId="597337115" sldId="258"/>
            <ac:spMk id="8" creationId="{1BF8281E-E556-E541-30BB-0C81C2CD431C}"/>
          </ac:spMkLst>
        </pc:spChg>
        <pc:spChg chg="add mod">
          <ac:chgData name="婧 赵" userId="8c3bbca7d542cc93" providerId="LiveId" clId="{E3E37D08-90D1-48C5-9E65-08333D6DD0DD}" dt="2026-01-15T02:38:42.211" v="196" actId="1076"/>
          <ac:spMkLst>
            <pc:docMk/>
            <pc:sldMk cId="597337115" sldId="258"/>
            <ac:spMk id="9" creationId="{F590B25C-91EB-F429-AC9C-F01079E235AB}"/>
          </ac:spMkLst>
        </pc:spChg>
        <pc:spChg chg="mod">
          <ac:chgData name="婧 赵" userId="8c3bbca7d542cc93" providerId="LiveId" clId="{E3E37D08-90D1-48C5-9E65-08333D6DD0DD}" dt="2026-01-15T05:04:11.554" v="978" actId="27636"/>
          <ac:spMkLst>
            <pc:docMk/>
            <pc:sldMk cId="597337115" sldId="258"/>
            <ac:spMk id="10" creationId="{16A214C4-B98C-9DD3-FBF2-B53CA2D156A4}"/>
          </ac:spMkLst>
        </pc:spChg>
        <pc:spChg chg="add mod">
          <ac:chgData name="婧 赵" userId="8c3bbca7d542cc93" providerId="LiveId" clId="{E3E37D08-90D1-48C5-9E65-08333D6DD0DD}" dt="2026-01-15T02:54:53.585" v="235" actId="693"/>
          <ac:spMkLst>
            <pc:docMk/>
            <pc:sldMk cId="597337115" sldId="258"/>
            <ac:spMk id="13" creationId="{679CD184-DA19-9800-7931-3748E70F6793}"/>
          </ac:spMkLst>
        </pc:spChg>
        <pc:spChg chg="add mod">
          <ac:chgData name="婧 赵" userId="8c3bbca7d542cc93" providerId="LiveId" clId="{E3E37D08-90D1-48C5-9E65-08333D6DD0DD}" dt="2026-01-15T02:54:53.585" v="235" actId="693"/>
          <ac:spMkLst>
            <pc:docMk/>
            <pc:sldMk cId="597337115" sldId="258"/>
            <ac:spMk id="14" creationId="{B62D84BD-E65C-E3D4-946A-D6C22DF61F2D}"/>
          </ac:spMkLst>
        </pc:spChg>
        <pc:spChg chg="add mod">
          <ac:chgData name="婧 赵" userId="8c3bbca7d542cc93" providerId="LiveId" clId="{E3E37D08-90D1-48C5-9E65-08333D6DD0DD}" dt="2026-01-15T02:54:53.585" v="235" actId="693"/>
          <ac:spMkLst>
            <pc:docMk/>
            <pc:sldMk cId="597337115" sldId="258"/>
            <ac:spMk id="15" creationId="{6785846A-F09D-DB85-2A29-12887D16A70F}"/>
          </ac:spMkLst>
        </pc:spChg>
        <pc:spChg chg="add mod">
          <ac:chgData name="婧 赵" userId="8c3bbca7d542cc93" providerId="LiveId" clId="{E3E37D08-90D1-48C5-9E65-08333D6DD0DD}" dt="2026-01-15T02:54:53.585" v="235" actId="693"/>
          <ac:spMkLst>
            <pc:docMk/>
            <pc:sldMk cId="597337115" sldId="258"/>
            <ac:spMk id="16" creationId="{1AFAF4B1-B395-86F4-7CE3-2867A7134675}"/>
          </ac:spMkLst>
        </pc:spChg>
        <pc:picChg chg="mod">
          <ac:chgData name="婧 赵" userId="8c3bbca7d542cc93" providerId="LiveId" clId="{E3E37D08-90D1-48C5-9E65-08333D6DD0DD}" dt="2026-01-16T05:06:33.325" v="1440" actId="1076"/>
          <ac:picMkLst>
            <pc:docMk/>
            <pc:sldMk cId="597337115" sldId="258"/>
            <ac:picMk id="22" creationId="{AE854073-24A3-1444-A60C-0E39FCEEA48E}"/>
          </ac:picMkLst>
        </pc:picChg>
        <pc:picChg chg="add mod">
          <ac:chgData name="婧 赵" userId="8c3bbca7d542cc93" providerId="LiveId" clId="{E3E37D08-90D1-48C5-9E65-08333D6DD0DD}" dt="2026-01-15T02:54:31.848" v="233" actId="1076"/>
          <ac:picMkLst>
            <pc:docMk/>
            <pc:sldMk cId="597337115" sldId="258"/>
            <ac:picMk id="1026" creationId="{C2B0F3B5-331E-2366-EFDD-061C290FCEE0}"/>
          </ac:picMkLst>
        </pc:picChg>
      </pc:sldChg>
      <pc:sldChg chg="addSp delSp modSp mod">
        <pc:chgData name="婧 赵" userId="8c3bbca7d542cc93" providerId="LiveId" clId="{E3E37D08-90D1-48C5-9E65-08333D6DD0DD}" dt="2026-01-16T05:14:10.562" v="1494" actId="1076"/>
        <pc:sldMkLst>
          <pc:docMk/>
          <pc:sldMk cId="3877781233" sldId="259"/>
        </pc:sldMkLst>
        <pc:spChg chg="mod">
          <ac:chgData name="婧 赵" userId="8c3bbca7d542cc93" providerId="LiveId" clId="{E3E37D08-90D1-48C5-9E65-08333D6DD0DD}" dt="2026-01-15T05:06:46.902" v="1046"/>
          <ac:spMkLst>
            <pc:docMk/>
            <pc:sldMk cId="3877781233" sldId="259"/>
            <ac:spMk id="2" creationId="{2D3B9DCF-56D7-2442-661E-75C68EBC08AE}"/>
          </ac:spMkLst>
        </pc:spChg>
        <pc:spChg chg="mod">
          <ac:chgData name="婧 赵" userId="8c3bbca7d542cc93" providerId="LiveId" clId="{E3E37D08-90D1-48C5-9E65-08333D6DD0DD}" dt="2026-01-15T05:10:50.656" v="1101" actId="1076"/>
          <ac:spMkLst>
            <pc:docMk/>
            <pc:sldMk cId="3877781233" sldId="259"/>
            <ac:spMk id="3" creationId="{91A79EDD-A3E2-43CB-55C3-DED63F18BFFD}"/>
          </ac:spMkLst>
        </pc:spChg>
        <pc:spChg chg="mod">
          <ac:chgData name="婧 赵" userId="8c3bbca7d542cc93" providerId="LiveId" clId="{E3E37D08-90D1-48C5-9E65-08333D6DD0DD}" dt="2026-01-15T03:16:21.620" v="424" actId="1076"/>
          <ac:spMkLst>
            <pc:docMk/>
            <pc:sldMk cId="3877781233" sldId="259"/>
            <ac:spMk id="4" creationId="{C6499B2E-BF72-D827-E59F-27136F5A0A9F}"/>
          </ac:spMkLst>
        </pc:spChg>
        <pc:spChg chg="mod">
          <ac:chgData name="婧 赵" userId="8c3bbca7d542cc93" providerId="LiveId" clId="{E3E37D08-90D1-48C5-9E65-08333D6DD0DD}" dt="2026-01-15T05:10:55.406" v="1102" actId="1076"/>
          <ac:spMkLst>
            <pc:docMk/>
            <pc:sldMk cId="3877781233" sldId="259"/>
            <ac:spMk id="5" creationId="{ABCB9CBB-C914-36AB-09ED-ED7E5911ABF7}"/>
          </ac:spMkLst>
        </pc:spChg>
        <pc:spChg chg="add">
          <ac:chgData name="婧 赵" userId="8c3bbca7d542cc93" providerId="LiveId" clId="{E3E37D08-90D1-48C5-9E65-08333D6DD0DD}" dt="2026-01-15T03:16:29.862" v="425" actId="11529"/>
          <ac:spMkLst>
            <pc:docMk/>
            <pc:sldMk cId="3877781233" sldId="259"/>
            <ac:spMk id="6" creationId="{547B4A98-5ABB-98E9-D2F7-F75573F46D6C}"/>
          </ac:spMkLst>
        </pc:spChg>
        <pc:spChg chg="add mod">
          <ac:chgData name="婧 赵" userId="8c3bbca7d542cc93" providerId="LiveId" clId="{E3E37D08-90D1-48C5-9E65-08333D6DD0DD}" dt="2026-01-15T03:17:02.438" v="433" actId="13822"/>
          <ac:spMkLst>
            <pc:docMk/>
            <pc:sldMk cId="3877781233" sldId="259"/>
            <ac:spMk id="9" creationId="{75C0D7F0-E9BA-5856-06EE-EA915E4526FE}"/>
          </ac:spMkLst>
        </pc:spChg>
        <pc:spChg chg="add mod">
          <ac:chgData name="婧 赵" userId="8c3bbca7d542cc93" providerId="LiveId" clId="{E3E37D08-90D1-48C5-9E65-08333D6DD0DD}" dt="2026-01-15T03:19:18.497" v="467" actId="20577"/>
          <ac:spMkLst>
            <pc:docMk/>
            <pc:sldMk cId="3877781233" sldId="259"/>
            <ac:spMk id="13" creationId="{AF7E74ED-8943-DE37-EFBD-3568B9B0CD85}"/>
          </ac:spMkLst>
        </pc:spChg>
        <pc:spChg chg="add mod">
          <ac:chgData name="婧 赵" userId="8c3bbca7d542cc93" providerId="LiveId" clId="{E3E37D08-90D1-48C5-9E65-08333D6DD0DD}" dt="2026-01-15T03:18:20.223" v="444" actId="1076"/>
          <ac:spMkLst>
            <pc:docMk/>
            <pc:sldMk cId="3877781233" sldId="259"/>
            <ac:spMk id="14" creationId="{7573041B-A9EE-06E8-8C47-F46D1B072281}"/>
          </ac:spMkLst>
        </pc:spChg>
        <pc:spChg chg="add mod">
          <ac:chgData name="婧 赵" userId="8c3bbca7d542cc93" providerId="LiveId" clId="{E3E37D08-90D1-48C5-9E65-08333D6DD0DD}" dt="2026-01-15T03:19:15.764" v="464" actId="20577"/>
          <ac:spMkLst>
            <pc:docMk/>
            <pc:sldMk cId="3877781233" sldId="259"/>
            <ac:spMk id="19" creationId="{74312FBF-0E21-E46B-B47E-2A37012705CA}"/>
          </ac:spMkLst>
        </pc:spChg>
        <pc:spChg chg="add mod">
          <ac:chgData name="婧 赵" userId="8c3bbca7d542cc93" providerId="LiveId" clId="{E3E37D08-90D1-48C5-9E65-08333D6DD0DD}" dt="2026-01-15T03:19:49.835" v="479" actId="207"/>
          <ac:spMkLst>
            <pc:docMk/>
            <pc:sldMk cId="3877781233" sldId="259"/>
            <ac:spMk id="20" creationId="{33481BAA-F273-2DD5-F222-B14DE4BECC17}"/>
          </ac:spMkLst>
        </pc:spChg>
        <pc:spChg chg="add mod">
          <ac:chgData name="婧 赵" userId="8c3bbca7d542cc93" providerId="LiveId" clId="{E3E37D08-90D1-48C5-9E65-08333D6DD0DD}" dt="2026-01-15T03:20:09.428" v="489" actId="207"/>
          <ac:spMkLst>
            <pc:docMk/>
            <pc:sldMk cId="3877781233" sldId="259"/>
            <ac:spMk id="21" creationId="{D1D6138D-1DD5-CCA7-F7F3-08B2DE101C46}"/>
          </ac:spMkLst>
        </pc:spChg>
        <pc:spChg chg="add mod">
          <ac:chgData name="婧 赵" userId="8c3bbca7d542cc93" providerId="LiveId" clId="{E3E37D08-90D1-48C5-9E65-08333D6DD0DD}" dt="2026-01-15T03:20:18.157" v="491" actId="1076"/>
          <ac:spMkLst>
            <pc:docMk/>
            <pc:sldMk cId="3877781233" sldId="259"/>
            <ac:spMk id="22" creationId="{AFC33724-A6E3-4138-F5E3-790D5FE544EC}"/>
          </ac:spMkLst>
        </pc:spChg>
        <pc:spChg chg="add mod">
          <ac:chgData name="婧 赵" userId="8c3bbca7d542cc93" providerId="LiveId" clId="{E3E37D08-90D1-48C5-9E65-08333D6DD0DD}" dt="2026-01-15T03:21:07.690" v="494" actId="14100"/>
          <ac:spMkLst>
            <pc:docMk/>
            <pc:sldMk cId="3877781233" sldId="259"/>
            <ac:spMk id="23" creationId="{62BC9F14-C0F6-1C41-3C88-CEAF49EA817D}"/>
          </ac:spMkLst>
        </pc:spChg>
        <pc:spChg chg="add mod">
          <ac:chgData name="婧 赵" userId="8c3bbca7d542cc93" providerId="LiveId" clId="{E3E37D08-90D1-48C5-9E65-08333D6DD0DD}" dt="2026-01-15T03:21:54.493" v="504" actId="208"/>
          <ac:spMkLst>
            <pc:docMk/>
            <pc:sldMk cId="3877781233" sldId="259"/>
            <ac:spMk id="25" creationId="{D1823312-3C69-6C29-9893-3786489A7A35}"/>
          </ac:spMkLst>
        </pc:spChg>
        <pc:spChg chg="add mod">
          <ac:chgData name="婧 赵" userId="8c3bbca7d542cc93" providerId="LiveId" clId="{E3E37D08-90D1-48C5-9E65-08333D6DD0DD}" dt="2026-01-15T03:22:46.552" v="551" actId="1076"/>
          <ac:spMkLst>
            <pc:docMk/>
            <pc:sldMk cId="3877781233" sldId="259"/>
            <ac:spMk id="27" creationId="{5B8B88DB-161D-5FB6-7F5F-294B76BC54C2}"/>
          </ac:spMkLst>
        </pc:spChg>
        <pc:spChg chg="add mod">
          <ac:chgData name="婧 赵" userId="8c3bbca7d542cc93" providerId="LiveId" clId="{E3E37D08-90D1-48C5-9E65-08333D6DD0DD}" dt="2026-01-16T05:06:11.838" v="1435" actId="20577"/>
          <ac:spMkLst>
            <pc:docMk/>
            <pc:sldMk cId="3877781233" sldId="259"/>
            <ac:spMk id="30" creationId="{1169EA3F-B612-473E-BF24-BBBB36085363}"/>
          </ac:spMkLst>
        </pc:spChg>
        <pc:picChg chg="add mod">
          <ac:chgData name="婧 赵" userId="8c3bbca7d542cc93" providerId="LiveId" clId="{E3E37D08-90D1-48C5-9E65-08333D6DD0DD}" dt="2026-01-15T03:21:25.316" v="498" actId="1076"/>
          <ac:picMkLst>
            <pc:docMk/>
            <pc:sldMk cId="3877781233" sldId="259"/>
            <ac:picMk id="7" creationId="{C62BB1EB-2BE7-52B6-1531-A103D1AD3240}"/>
          </ac:picMkLst>
        </pc:picChg>
        <pc:picChg chg="mod modCrop">
          <ac:chgData name="婧 赵" userId="8c3bbca7d542cc93" providerId="LiveId" clId="{E3E37D08-90D1-48C5-9E65-08333D6DD0DD}" dt="2026-01-16T05:14:10.562" v="1494" actId="1076"/>
          <ac:picMkLst>
            <pc:docMk/>
            <pc:sldMk cId="3877781233" sldId="259"/>
            <ac:picMk id="8" creationId="{A5552DEF-5CAA-5BB4-25FB-991A49166FDD}"/>
          </ac:picMkLst>
        </pc:picChg>
        <pc:cxnChg chg="add mod">
          <ac:chgData name="婧 赵" userId="8c3bbca7d542cc93" providerId="LiveId" clId="{E3E37D08-90D1-48C5-9E65-08333D6DD0DD}" dt="2026-01-15T03:22:11.849" v="505" actId="14100"/>
          <ac:cxnSpMkLst>
            <pc:docMk/>
            <pc:sldMk cId="3877781233" sldId="259"/>
            <ac:cxnSpMk id="11" creationId="{2CE9940D-1ABE-AD58-C28E-95E98EA26AC9}"/>
          </ac:cxnSpMkLst>
        </pc:cxnChg>
        <pc:cxnChg chg="add mod">
          <ac:chgData name="婧 赵" userId="8c3bbca7d542cc93" providerId="LiveId" clId="{E3E37D08-90D1-48C5-9E65-08333D6DD0DD}" dt="2026-01-15T03:21:23.109" v="497" actId="14100"/>
          <ac:cxnSpMkLst>
            <pc:docMk/>
            <pc:sldMk cId="3877781233" sldId="259"/>
            <ac:cxnSpMk id="16" creationId="{DF98D3C5-AAEE-A2BD-395F-2E718BF30706}"/>
          </ac:cxnSpMkLst>
        </pc:cxnChg>
      </pc:sldChg>
      <pc:sldChg chg="addSp delSp modSp mod">
        <pc:chgData name="婧 赵" userId="8c3bbca7d542cc93" providerId="LiveId" clId="{E3E37D08-90D1-48C5-9E65-08333D6DD0DD}" dt="2026-01-15T05:08:26.024" v="1071" actId="13822"/>
        <pc:sldMkLst>
          <pc:docMk/>
          <pc:sldMk cId="4230949412" sldId="260"/>
        </pc:sldMkLst>
        <pc:spChg chg="mod">
          <ac:chgData name="婧 赵" userId="8c3bbca7d542cc93" providerId="LiveId" clId="{E3E37D08-90D1-48C5-9E65-08333D6DD0DD}" dt="2026-01-15T05:06:46.902" v="1046"/>
          <ac:spMkLst>
            <pc:docMk/>
            <pc:sldMk cId="4230949412" sldId="260"/>
            <ac:spMk id="2" creationId="{42992287-5B27-202A-3933-B873B598D0B3}"/>
          </ac:spMkLst>
        </pc:spChg>
        <pc:spChg chg="mod">
          <ac:chgData name="婧 赵" userId="8c3bbca7d542cc93" providerId="LiveId" clId="{E3E37D08-90D1-48C5-9E65-08333D6DD0DD}" dt="2026-01-15T03:55:14.416" v="679" actId="1076"/>
          <ac:spMkLst>
            <pc:docMk/>
            <pc:sldMk cId="4230949412" sldId="260"/>
            <ac:spMk id="3" creationId="{00196B62-7BA1-49C8-6622-13D87D6A1A3E}"/>
          </ac:spMkLst>
        </pc:spChg>
        <pc:spChg chg="mod">
          <ac:chgData name="婧 赵" userId="8c3bbca7d542cc93" providerId="LiveId" clId="{E3E37D08-90D1-48C5-9E65-08333D6DD0DD}" dt="2026-01-15T03:55:18.224" v="680" actId="1076"/>
          <ac:spMkLst>
            <pc:docMk/>
            <pc:sldMk cId="4230949412" sldId="260"/>
            <ac:spMk id="5" creationId="{B2FDFA03-5492-2491-DD16-E0F7F2882124}"/>
          </ac:spMkLst>
        </pc:spChg>
        <pc:spChg chg="mod">
          <ac:chgData name="婧 赵" userId="8c3bbca7d542cc93" providerId="LiveId" clId="{E3E37D08-90D1-48C5-9E65-08333D6DD0DD}" dt="2026-01-15T05:05:44.489" v="1001" actId="1076"/>
          <ac:spMkLst>
            <pc:docMk/>
            <pc:sldMk cId="4230949412" sldId="260"/>
            <ac:spMk id="6" creationId="{EA21D87B-ECF7-2DB5-995E-67FFF19A03B3}"/>
          </ac:spMkLst>
        </pc:spChg>
        <pc:spChg chg="add mod">
          <ac:chgData name="婧 赵" userId="8c3bbca7d542cc93" providerId="LiveId" clId="{E3E37D08-90D1-48C5-9E65-08333D6DD0DD}" dt="2026-01-15T03:25:18.990" v="567" actId="14100"/>
          <ac:spMkLst>
            <pc:docMk/>
            <pc:sldMk cId="4230949412" sldId="260"/>
            <ac:spMk id="8" creationId="{19C04205-B4DD-CB68-D091-4FF652A2143B}"/>
          </ac:spMkLst>
        </pc:spChg>
        <pc:spChg chg="add mod">
          <ac:chgData name="婧 赵" userId="8c3bbca7d542cc93" providerId="LiveId" clId="{E3E37D08-90D1-48C5-9E65-08333D6DD0DD}" dt="2026-01-15T03:25:16.262" v="566" actId="1076"/>
          <ac:spMkLst>
            <pc:docMk/>
            <pc:sldMk cId="4230949412" sldId="260"/>
            <ac:spMk id="10" creationId="{7975AF23-80C2-9F9C-22AB-5AA85DA207CB}"/>
          </ac:spMkLst>
        </pc:spChg>
        <pc:spChg chg="add mod">
          <ac:chgData name="婧 赵" userId="8c3bbca7d542cc93" providerId="LiveId" clId="{E3E37D08-90D1-48C5-9E65-08333D6DD0DD}" dt="2026-01-15T03:26:16.802" v="576" actId="1076"/>
          <ac:spMkLst>
            <pc:docMk/>
            <pc:sldMk cId="4230949412" sldId="260"/>
            <ac:spMk id="11" creationId="{5990ABD3-C2A6-C1D8-6977-D1864F3E87D9}"/>
          </ac:spMkLst>
        </pc:spChg>
        <pc:spChg chg="add mod">
          <ac:chgData name="婧 赵" userId="8c3bbca7d542cc93" providerId="LiveId" clId="{E3E37D08-90D1-48C5-9E65-08333D6DD0DD}" dt="2026-01-15T03:27:40.394" v="619" actId="20577"/>
          <ac:spMkLst>
            <pc:docMk/>
            <pc:sldMk cId="4230949412" sldId="260"/>
            <ac:spMk id="14" creationId="{C5EAD7A5-5B20-3056-293F-6AD7A71FF82D}"/>
          </ac:spMkLst>
        </pc:spChg>
        <pc:spChg chg="mod">
          <ac:chgData name="婧 赵" userId="8c3bbca7d542cc93" providerId="LiveId" clId="{E3E37D08-90D1-48C5-9E65-08333D6DD0DD}" dt="2026-01-15T03:54:48.291" v="675" actId="1076"/>
          <ac:spMkLst>
            <pc:docMk/>
            <pc:sldMk cId="4230949412" sldId="260"/>
            <ac:spMk id="15" creationId="{83719770-59F9-CC21-804D-62A024786A05}"/>
          </ac:spMkLst>
        </pc:spChg>
        <pc:spChg chg="add mod">
          <ac:chgData name="婧 赵" userId="8c3bbca7d542cc93" providerId="LiveId" clId="{E3E37D08-90D1-48C5-9E65-08333D6DD0DD}" dt="2026-01-15T03:26:53.302" v="580" actId="1076"/>
          <ac:spMkLst>
            <pc:docMk/>
            <pc:sldMk cId="4230949412" sldId="260"/>
            <ac:spMk id="16" creationId="{4FC433A2-8004-11E1-57D5-7CFF1FF03223}"/>
          </ac:spMkLst>
        </pc:spChg>
        <pc:spChg chg="add mod">
          <ac:chgData name="婧 赵" userId="8c3bbca7d542cc93" providerId="LiveId" clId="{E3E37D08-90D1-48C5-9E65-08333D6DD0DD}" dt="2026-01-15T05:05:44.489" v="1001" actId="1076"/>
          <ac:spMkLst>
            <pc:docMk/>
            <pc:sldMk cId="4230949412" sldId="260"/>
            <ac:spMk id="18" creationId="{74BA3C61-5069-2703-6950-B4A6150BDDBF}"/>
          </ac:spMkLst>
        </pc:spChg>
        <pc:spChg chg="add mod">
          <ac:chgData name="婧 赵" userId="8c3bbca7d542cc93" providerId="LiveId" clId="{E3E37D08-90D1-48C5-9E65-08333D6DD0DD}" dt="2026-01-15T05:05:44.489" v="1001" actId="1076"/>
          <ac:spMkLst>
            <pc:docMk/>
            <pc:sldMk cId="4230949412" sldId="260"/>
            <ac:spMk id="19" creationId="{6C0A86E9-9475-4D3B-C422-411DB011A119}"/>
          </ac:spMkLst>
        </pc:spChg>
        <pc:spChg chg="add mod">
          <ac:chgData name="婧 赵" userId="8c3bbca7d542cc93" providerId="LiveId" clId="{E3E37D08-90D1-48C5-9E65-08333D6DD0DD}" dt="2026-01-15T05:05:44.489" v="1001" actId="1076"/>
          <ac:spMkLst>
            <pc:docMk/>
            <pc:sldMk cId="4230949412" sldId="260"/>
            <ac:spMk id="38" creationId="{06132AEE-66F5-3FAB-17A6-B11B52120687}"/>
          </ac:spMkLst>
        </pc:spChg>
        <pc:spChg chg="add mod">
          <ac:chgData name="婧 赵" userId="8c3bbca7d542cc93" providerId="LiveId" clId="{E3E37D08-90D1-48C5-9E65-08333D6DD0DD}" dt="2026-01-15T05:05:47.678" v="1002" actId="1076"/>
          <ac:spMkLst>
            <pc:docMk/>
            <pc:sldMk cId="4230949412" sldId="260"/>
            <ac:spMk id="41" creationId="{48DB739B-A6E4-764E-C554-942F060DF5B3}"/>
          </ac:spMkLst>
        </pc:spChg>
        <pc:spChg chg="add mod">
          <ac:chgData name="婧 赵" userId="8c3bbca7d542cc93" providerId="LiveId" clId="{E3E37D08-90D1-48C5-9E65-08333D6DD0DD}" dt="2026-01-15T05:05:35.249" v="999" actId="1076"/>
          <ac:spMkLst>
            <pc:docMk/>
            <pc:sldMk cId="4230949412" sldId="260"/>
            <ac:spMk id="42" creationId="{75777D75-F365-1F7D-8EDE-24FD4E014C8F}"/>
          </ac:spMkLst>
        </pc:spChg>
        <pc:spChg chg="add mod">
          <ac:chgData name="婧 赵" userId="8c3bbca7d542cc93" providerId="LiveId" clId="{E3E37D08-90D1-48C5-9E65-08333D6DD0DD}" dt="2026-01-15T05:08:20.878" v="1068" actId="13822"/>
          <ac:spMkLst>
            <pc:docMk/>
            <pc:sldMk cId="4230949412" sldId="260"/>
            <ac:spMk id="43" creationId="{BCF37158-F849-5819-2E59-7210534B3CAE}"/>
          </ac:spMkLst>
        </pc:spChg>
        <pc:spChg chg="add mod">
          <ac:chgData name="婧 赵" userId="8c3bbca7d542cc93" providerId="LiveId" clId="{E3E37D08-90D1-48C5-9E65-08333D6DD0DD}" dt="2026-01-15T05:08:26.024" v="1071" actId="13822"/>
          <ac:spMkLst>
            <pc:docMk/>
            <pc:sldMk cId="4230949412" sldId="260"/>
            <ac:spMk id="44" creationId="{2969CDD9-B666-4EDB-E81B-B240FE109FA7}"/>
          </ac:spMkLst>
        </pc:spChg>
        <pc:picChg chg="add mod">
          <ac:chgData name="婧 赵" userId="8c3bbca7d542cc93" providerId="LiveId" clId="{E3E37D08-90D1-48C5-9E65-08333D6DD0DD}" dt="2026-01-15T03:29:33.847" v="622" actId="688"/>
          <ac:picMkLst>
            <pc:docMk/>
            <pc:sldMk cId="4230949412" sldId="260"/>
            <ac:picMk id="4" creationId="{88668DCD-6781-C6CD-AA53-266BA82D03C0}"/>
          </ac:picMkLst>
        </pc:picChg>
        <pc:picChg chg="add mod">
          <ac:chgData name="婧 赵" userId="8c3bbca7d542cc93" providerId="LiveId" clId="{E3E37D08-90D1-48C5-9E65-08333D6DD0DD}" dt="2026-01-15T03:29:40.329" v="625" actId="688"/>
          <ac:picMkLst>
            <pc:docMk/>
            <pc:sldMk cId="4230949412" sldId="260"/>
            <ac:picMk id="7" creationId="{F432EB19-124D-A7ED-6A44-F6B439C1BFAF}"/>
          </ac:picMkLst>
        </pc:picChg>
        <pc:picChg chg="mod">
          <ac:chgData name="婧 赵" userId="8c3bbca7d542cc93" providerId="LiveId" clId="{E3E37D08-90D1-48C5-9E65-08333D6DD0DD}" dt="2026-01-15T05:05:31.548" v="998" actId="1076"/>
          <ac:picMkLst>
            <pc:docMk/>
            <pc:sldMk cId="4230949412" sldId="260"/>
            <ac:picMk id="13" creationId="{CB70C4DB-E1B4-DA5A-9254-345FB89C11D1}"/>
          </ac:picMkLst>
        </pc:picChg>
        <pc:picChg chg="mod">
          <ac:chgData name="婧 赵" userId="8c3bbca7d542cc93" providerId="LiveId" clId="{E3E37D08-90D1-48C5-9E65-08333D6DD0DD}" dt="2026-01-15T05:05:39.043" v="1000" actId="1076"/>
          <ac:picMkLst>
            <pc:docMk/>
            <pc:sldMk cId="4230949412" sldId="260"/>
            <ac:picMk id="17" creationId="{A7EA3B1C-2236-CC98-2D7B-1C76ECFB8B28}"/>
          </ac:picMkLst>
        </pc:picChg>
        <pc:cxnChg chg="add mod">
          <ac:chgData name="婧 赵" userId="8c3bbca7d542cc93" providerId="LiveId" clId="{E3E37D08-90D1-48C5-9E65-08333D6DD0DD}" dt="2026-01-15T05:05:44.489" v="1001" actId="1076"/>
          <ac:cxnSpMkLst>
            <pc:docMk/>
            <pc:sldMk cId="4230949412" sldId="260"/>
            <ac:cxnSpMk id="21" creationId="{7B706924-6251-D9AB-6C29-188524FB2D41}"/>
          </ac:cxnSpMkLst>
        </pc:cxnChg>
        <pc:cxnChg chg="add mod">
          <ac:chgData name="婧 赵" userId="8c3bbca7d542cc93" providerId="LiveId" clId="{E3E37D08-90D1-48C5-9E65-08333D6DD0DD}" dt="2026-01-15T05:05:44.489" v="1001" actId="1076"/>
          <ac:cxnSpMkLst>
            <pc:docMk/>
            <pc:sldMk cId="4230949412" sldId="260"/>
            <ac:cxnSpMk id="22" creationId="{4BB5F6F2-20AD-A78A-F4FA-49A437DBDF84}"/>
          </ac:cxnSpMkLst>
        </pc:cxnChg>
        <pc:cxnChg chg="add mod">
          <ac:chgData name="婧 赵" userId="8c3bbca7d542cc93" providerId="LiveId" clId="{E3E37D08-90D1-48C5-9E65-08333D6DD0DD}" dt="2026-01-15T05:05:44.489" v="1001" actId="1076"/>
          <ac:cxnSpMkLst>
            <pc:docMk/>
            <pc:sldMk cId="4230949412" sldId="260"/>
            <ac:cxnSpMk id="28" creationId="{827C2EF7-30A6-DADE-207A-F1AF2C36B27B}"/>
          </ac:cxnSpMkLst>
        </pc:cxnChg>
        <pc:cxnChg chg="add mod">
          <ac:chgData name="婧 赵" userId="8c3bbca7d542cc93" providerId="LiveId" clId="{E3E37D08-90D1-48C5-9E65-08333D6DD0DD}" dt="2026-01-15T05:05:44.489" v="1001" actId="1076"/>
          <ac:cxnSpMkLst>
            <pc:docMk/>
            <pc:sldMk cId="4230949412" sldId="260"/>
            <ac:cxnSpMk id="30" creationId="{4CB4267D-F24F-B4D1-6B59-23A1F4C6A21C}"/>
          </ac:cxnSpMkLst>
        </pc:cxnChg>
      </pc:sldChg>
      <pc:sldChg chg="addSp delSp modSp new mod ord">
        <pc:chgData name="婧 赵" userId="8c3bbca7d542cc93" providerId="LiveId" clId="{E3E37D08-90D1-48C5-9E65-08333D6DD0DD}" dt="2026-01-16T05:13:24.797" v="1492" actId="20577"/>
        <pc:sldMkLst>
          <pc:docMk/>
          <pc:sldMk cId="1113697399" sldId="261"/>
        </pc:sldMkLst>
        <pc:spChg chg="mod">
          <ac:chgData name="婧 赵" userId="8c3bbca7d542cc93" providerId="LiveId" clId="{E3E37D08-90D1-48C5-9E65-08333D6DD0DD}" dt="2026-01-16T05:11:41.184" v="1459" actId="14100"/>
          <ac:spMkLst>
            <pc:docMk/>
            <pc:sldMk cId="1113697399" sldId="261"/>
            <ac:spMk id="2" creationId="{4797C78C-A2A1-9537-307D-1ABAEEA80254}"/>
          </ac:spMkLst>
        </pc:spChg>
        <pc:spChg chg="add mod">
          <ac:chgData name="婧 赵" userId="8c3bbca7d542cc93" providerId="LiveId" clId="{E3E37D08-90D1-48C5-9E65-08333D6DD0DD}" dt="2026-01-16T05:13:24.797" v="1492" actId="20577"/>
          <ac:spMkLst>
            <pc:docMk/>
            <pc:sldMk cId="1113697399" sldId="261"/>
            <ac:spMk id="3" creationId="{CA66F165-4C24-8356-4959-F8261E887505}"/>
          </ac:spMkLst>
        </pc:spChg>
        <pc:spChg chg="add mod">
          <ac:chgData name="婧 赵" userId="8c3bbca7d542cc93" providerId="LiveId" clId="{E3E37D08-90D1-48C5-9E65-08333D6DD0DD}" dt="2026-01-15T05:10:22.517" v="1099" actId="20577"/>
          <ac:spMkLst>
            <pc:docMk/>
            <pc:sldMk cId="1113697399" sldId="261"/>
            <ac:spMk id="4" creationId="{22DD7075-2F39-C9A8-5F8E-9127602B0ECF}"/>
          </ac:spMkLst>
        </pc:spChg>
        <pc:spChg chg="add mod">
          <ac:chgData name="婧 赵" userId="8c3bbca7d542cc93" providerId="LiveId" clId="{E3E37D08-90D1-48C5-9E65-08333D6DD0DD}" dt="2026-01-15T05:10:27.108" v="1100" actId="1076"/>
          <ac:spMkLst>
            <pc:docMk/>
            <pc:sldMk cId="1113697399" sldId="261"/>
            <ac:spMk id="7" creationId="{40F4CE1A-18E4-CB18-7718-0A7F7A282B0F}"/>
          </ac:spMkLst>
        </pc:spChg>
        <pc:spChg chg="add mod">
          <ac:chgData name="婧 赵" userId="8c3bbca7d542cc93" providerId="LiveId" clId="{E3E37D08-90D1-48C5-9E65-08333D6DD0DD}" dt="2026-01-15T05:09:39.800" v="1084" actId="1076"/>
          <ac:spMkLst>
            <pc:docMk/>
            <pc:sldMk cId="1113697399" sldId="261"/>
            <ac:spMk id="8" creationId="{B15C83EB-4952-8367-15BD-35168BBFF7FB}"/>
          </ac:spMkLst>
        </pc:spChg>
        <pc:spChg chg="add mod">
          <ac:chgData name="婧 赵" userId="8c3bbca7d542cc93" providerId="LiveId" clId="{E3E37D08-90D1-48C5-9E65-08333D6DD0DD}" dt="2026-01-16T05:12:23.529" v="1470" actId="1035"/>
          <ac:spMkLst>
            <pc:docMk/>
            <pc:sldMk cId="1113697399" sldId="261"/>
            <ac:spMk id="13" creationId="{D617580F-D2DB-8B40-16AF-B23D54BD9240}"/>
          </ac:spMkLst>
        </pc:spChg>
        <pc:graphicFrameChg chg="add mod modGraphic">
          <ac:chgData name="婧 赵" userId="8c3bbca7d542cc93" providerId="LiveId" clId="{E3E37D08-90D1-48C5-9E65-08333D6DD0DD}" dt="2026-01-16T05:12:00.250" v="1464" actId="14100"/>
          <ac:graphicFrameMkLst>
            <pc:docMk/>
            <pc:sldMk cId="1113697399" sldId="261"/>
            <ac:graphicFrameMk id="12" creationId="{CFC0A5B8-04A7-8A26-51B6-A24A11EE8A2A}"/>
          </ac:graphicFrameMkLst>
        </pc:graphicFrameChg>
        <pc:picChg chg="add mod modCrop">
          <ac:chgData name="婧 赵" userId="8c3bbca7d542cc93" providerId="LiveId" clId="{E3E37D08-90D1-48C5-9E65-08333D6DD0DD}" dt="2026-01-15T05:22:04.154" v="1430" actId="14100"/>
          <ac:picMkLst>
            <pc:docMk/>
            <pc:sldMk cId="1113697399" sldId="261"/>
            <ac:picMk id="11" creationId="{DFE35887-E01E-0EBC-4E46-EF4C76A7A735}"/>
          </ac:picMkLst>
        </pc:picChg>
      </pc:sldChg>
      <pc:sldChg chg="addSp delSp modSp add mod">
        <pc:chgData name="婧 赵" userId="8c3bbca7d542cc93" providerId="LiveId" clId="{E3E37D08-90D1-48C5-9E65-08333D6DD0DD}" dt="2026-01-15T05:12:03.894" v="1130" actId="478"/>
        <pc:sldMkLst>
          <pc:docMk/>
          <pc:sldMk cId="243162353" sldId="262"/>
        </pc:sldMkLst>
        <pc:spChg chg="mod">
          <ac:chgData name="婧 赵" userId="8c3bbca7d542cc93" providerId="LiveId" clId="{E3E37D08-90D1-48C5-9E65-08333D6DD0DD}" dt="2026-01-15T05:11:43.920" v="1121" actId="20577"/>
          <ac:spMkLst>
            <pc:docMk/>
            <pc:sldMk cId="243162353" sldId="262"/>
            <ac:spMk id="2" creationId="{2E9F27F8-7E27-77EF-52EB-1C9BFA67F094}"/>
          </ac:spMkLst>
        </pc:spChg>
        <pc:spChg chg="mod">
          <ac:chgData name="婧 赵" userId="8c3bbca7d542cc93" providerId="LiveId" clId="{E3E37D08-90D1-48C5-9E65-08333D6DD0DD}" dt="2026-01-15T05:12:00.420" v="1129" actId="1076"/>
          <ac:spMkLst>
            <pc:docMk/>
            <pc:sldMk cId="243162353" sldId="262"/>
            <ac:spMk id="3" creationId="{25B8CCF2-00F7-D5AD-EB90-1E29359BBCFC}"/>
          </ac:spMkLst>
        </pc:spChg>
        <pc:spChg chg="mod">
          <ac:chgData name="婧 赵" userId="8c3bbca7d542cc93" providerId="LiveId" clId="{E3E37D08-90D1-48C5-9E65-08333D6DD0DD}" dt="2026-01-15T05:11:58.518" v="1128" actId="1076"/>
          <ac:spMkLst>
            <pc:docMk/>
            <pc:sldMk cId="243162353" sldId="262"/>
            <ac:spMk id="5" creationId="{1764CC34-A1C7-89D5-D6DF-7A0218B11B01}"/>
          </ac:spMkLst>
        </pc:spChg>
      </pc:sldChg>
    </pc:docChg>
  </pc:docChgLst>
  <pc:docChgLst>
    <pc:chgData name="婧 赵" userId="8c3bbca7d542cc93" providerId="LiveId" clId="{67AC7682-EA40-4257-8BFB-0A60F832E1B8}"/>
    <pc:docChg chg="undo custSel modSld">
      <pc:chgData name="婧 赵" userId="8c3bbca7d542cc93" providerId="LiveId" clId="{67AC7682-EA40-4257-8BFB-0A60F832E1B8}" dt="2026-01-18T10:55:08.275" v="244" actId="255"/>
      <pc:docMkLst>
        <pc:docMk/>
      </pc:docMkLst>
      <pc:sldChg chg="addSp delSp modSp mod">
        <pc:chgData name="婧 赵" userId="8c3bbca7d542cc93" providerId="LiveId" clId="{67AC7682-EA40-4257-8BFB-0A60F832E1B8}" dt="2026-01-18T10:55:08.275" v="244" actId="255"/>
        <pc:sldMkLst>
          <pc:docMk/>
          <pc:sldMk cId="243162353" sldId="262"/>
        </pc:sldMkLst>
        <pc:spChg chg="add mod">
          <ac:chgData name="婧 赵" userId="8c3bbca7d542cc93" providerId="LiveId" clId="{67AC7682-EA40-4257-8BFB-0A60F832E1B8}" dt="2026-01-18T10:48:59.842" v="156" actId="27636"/>
          <ac:spMkLst>
            <pc:docMk/>
            <pc:sldMk cId="243162353" sldId="262"/>
            <ac:spMk id="6" creationId="{D3EFD30B-04F2-F186-F066-25127B6D1F58}"/>
          </ac:spMkLst>
        </pc:spChg>
        <pc:spChg chg="add mod">
          <ac:chgData name="婧 赵" userId="8c3bbca7d542cc93" providerId="LiveId" clId="{67AC7682-EA40-4257-8BFB-0A60F832E1B8}" dt="2026-01-18T09:35:06.580" v="23" actId="1076"/>
          <ac:spMkLst>
            <pc:docMk/>
            <pc:sldMk cId="243162353" sldId="262"/>
            <ac:spMk id="7" creationId="{08B7BD0A-AEF6-094B-5830-913E28B90F09}"/>
          </ac:spMkLst>
        </pc:spChg>
        <pc:spChg chg="add mod">
          <ac:chgData name="婧 赵" userId="8c3bbca7d542cc93" providerId="LiveId" clId="{67AC7682-EA40-4257-8BFB-0A60F832E1B8}" dt="2026-01-18T09:36:27.042" v="46" actId="1076"/>
          <ac:spMkLst>
            <pc:docMk/>
            <pc:sldMk cId="243162353" sldId="262"/>
            <ac:spMk id="8" creationId="{6673E5D2-E477-357B-ECF6-D511D551D5C8}"/>
          </ac:spMkLst>
        </pc:spChg>
        <pc:spChg chg="add mod">
          <ac:chgData name="婧 赵" userId="8c3bbca7d542cc93" providerId="LiveId" clId="{67AC7682-EA40-4257-8BFB-0A60F832E1B8}" dt="2026-01-18T09:36:12.372" v="42" actId="1076"/>
          <ac:spMkLst>
            <pc:docMk/>
            <pc:sldMk cId="243162353" sldId="262"/>
            <ac:spMk id="9" creationId="{53279540-E3E4-E4A1-C739-3CB36EEB96CD}"/>
          </ac:spMkLst>
        </pc:spChg>
        <pc:spChg chg="add mod">
          <ac:chgData name="婧 赵" userId="8c3bbca7d542cc93" providerId="LiveId" clId="{67AC7682-EA40-4257-8BFB-0A60F832E1B8}" dt="2026-01-18T09:37:30.832" v="61" actId="1076"/>
          <ac:spMkLst>
            <pc:docMk/>
            <pc:sldMk cId="243162353" sldId="262"/>
            <ac:spMk id="10" creationId="{7DD84EFE-7DD1-F8C5-27C7-B9970F55D203}"/>
          </ac:spMkLst>
        </pc:spChg>
        <pc:spChg chg="add mod">
          <ac:chgData name="婧 赵" userId="8c3bbca7d542cc93" providerId="LiveId" clId="{67AC7682-EA40-4257-8BFB-0A60F832E1B8}" dt="2026-01-18T09:36:06.371" v="39" actId="1076"/>
          <ac:spMkLst>
            <pc:docMk/>
            <pc:sldMk cId="243162353" sldId="262"/>
            <ac:spMk id="11" creationId="{397A4430-4C2A-51A7-5531-BE01DE4D6AFC}"/>
          </ac:spMkLst>
        </pc:spChg>
        <pc:spChg chg="add mod">
          <ac:chgData name="婧 赵" userId="8c3bbca7d542cc93" providerId="LiveId" clId="{67AC7682-EA40-4257-8BFB-0A60F832E1B8}" dt="2026-01-18T09:36:07.375" v="40" actId="1076"/>
          <ac:spMkLst>
            <pc:docMk/>
            <pc:sldMk cId="243162353" sldId="262"/>
            <ac:spMk id="12" creationId="{0DF3D169-D889-B0BD-9935-98AACC09BAE8}"/>
          </ac:spMkLst>
        </pc:spChg>
        <pc:spChg chg="add mod">
          <ac:chgData name="婧 赵" userId="8c3bbca7d542cc93" providerId="LiveId" clId="{67AC7682-EA40-4257-8BFB-0A60F832E1B8}" dt="2026-01-18T09:35:42.737" v="35" actId="1076"/>
          <ac:spMkLst>
            <pc:docMk/>
            <pc:sldMk cId="243162353" sldId="262"/>
            <ac:spMk id="13" creationId="{1D391E8E-864F-E528-8D05-FB4BF924063E}"/>
          </ac:spMkLst>
        </pc:spChg>
        <pc:spChg chg="add mod">
          <ac:chgData name="婧 赵" userId="8c3bbca7d542cc93" providerId="LiveId" clId="{67AC7682-EA40-4257-8BFB-0A60F832E1B8}" dt="2026-01-18T09:36:18.642" v="43" actId="1076"/>
          <ac:spMkLst>
            <pc:docMk/>
            <pc:sldMk cId="243162353" sldId="262"/>
            <ac:spMk id="14" creationId="{79AAB367-B979-5A24-18A9-D1A44FC8019B}"/>
          </ac:spMkLst>
        </pc:spChg>
        <pc:spChg chg="add mod">
          <ac:chgData name="婧 赵" userId="8c3bbca7d542cc93" providerId="LiveId" clId="{67AC7682-EA40-4257-8BFB-0A60F832E1B8}" dt="2026-01-18T09:37:33.185" v="62" actId="1076"/>
          <ac:spMkLst>
            <pc:docMk/>
            <pc:sldMk cId="243162353" sldId="262"/>
            <ac:spMk id="15" creationId="{7DEE17A0-51D8-CA21-90D0-0AFD3072024F}"/>
          </ac:spMkLst>
        </pc:spChg>
        <pc:spChg chg="add mod">
          <ac:chgData name="婧 赵" userId="8c3bbca7d542cc93" providerId="LiveId" clId="{67AC7682-EA40-4257-8BFB-0A60F832E1B8}" dt="2026-01-18T09:41:11.701" v="90" actId="14100"/>
          <ac:spMkLst>
            <pc:docMk/>
            <pc:sldMk cId="243162353" sldId="262"/>
            <ac:spMk id="16" creationId="{C40CB386-C4E2-39FB-87DB-7A1B33D65663}"/>
          </ac:spMkLst>
        </pc:spChg>
        <pc:spChg chg="add mod">
          <ac:chgData name="婧 赵" userId="8c3bbca7d542cc93" providerId="LiveId" clId="{67AC7682-EA40-4257-8BFB-0A60F832E1B8}" dt="2026-01-18T09:41:14.066" v="91" actId="14100"/>
          <ac:spMkLst>
            <pc:docMk/>
            <pc:sldMk cId="243162353" sldId="262"/>
            <ac:spMk id="17" creationId="{B6213C1E-96B8-AB21-8B00-41E6E8511F75}"/>
          </ac:spMkLst>
        </pc:spChg>
        <pc:spChg chg="add mod">
          <ac:chgData name="婧 赵" userId="8c3bbca7d542cc93" providerId="LiveId" clId="{67AC7682-EA40-4257-8BFB-0A60F832E1B8}" dt="2026-01-18T09:37:38" v="63" actId="1076"/>
          <ac:spMkLst>
            <pc:docMk/>
            <pc:sldMk cId="243162353" sldId="262"/>
            <ac:spMk id="18" creationId="{3BD59C66-9534-2A5B-0BA8-69F58D4E4D5A}"/>
          </ac:spMkLst>
        </pc:spChg>
        <pc:spChg chg="add mod">
          <ac:chgData name="婧 赵" userId="8c3bbca7d542cc93" providerId="LiveId" clId="{67AC7682-EA40-4257-8BFB-0A60F832E1B8}" dt="2026-01-18T09:37:16.021" v="56" actId="1076"/>
          <ac:spMkLst>
            <pc:docMk/>
            <pc:sldMk cId="243162353" sldId="262"/>
            <ac:spMk id="19" creationId="{45A0688D-F1EF-2F4C-3037-E8D4E91512AA}"/>
          </ac:spMkLst>
        </pc:spChg>
        <pc:spChg chg="add mod">
          <ac:chgData name="婧 赵" userId="8c3bbca7d542cc93" providerId="LiveId" clId="{67AC7682-EA40-4257-8BFB-0A60F832E1B8}" dt="2026-01-18T09:37:19.141" v="58" actId="1076"/>
          <ac:spMkLst>
            <pc:docMk/>
            <pc:sldMk cId="243162353" sldId="262"/>
            <ac:spMk id="20" creationId="{F75D60C3-B7A8-55A0-E079-F1A5588E4220}"/>
          </ac:spMkLst>
        </pc:spChg>
        <pc:spChg chg="add mod">
          <ac:chgData name="婧 赵" userId="8c3bbca7d542cc93" providerId="LiveId" clId="{67AC7682-EA40-4257-8BFB-0A60F832E1B8}" dt="2026-01-18T09:41:25.053" v="93" actId="1076"/>
          <ac:spMkLst>
            <pc:docMk/>
            <pc:sldMk cId="243162353" sldId="262"/>
            <ac:spMk id="21" creationId="{853C6C85-0020-F404-A1E0-3663C1C0AE58}"/>
          </ac:spMkLst>
        </pc:spChg>
        <pc:spChg chg="add mod">
          <ac:chgData name="婧 赵" userId="8c3bbca7d542cc93" providerId="LiveId" clId="{67AC7682-EA40-4257-8BFB-0A60F832E1B8}" dt="2026-01-18T09:37:54.126" v="65" actId="1076"/>
          <ac:spMkLst>
            <pc:docMk/>
            <pc:sldMk cId="243162353" sldId="262"/>
            <ac:spMk id="22" creationId="{80948B4D-C517-3698-9746-ABF5633115F6}"/>
          </ac:spMkLst>
        </pc:spChg>
        <pc:spChg chg="add mod">
          <ac:chgData name="婧 赵" userId="8c3bbca7d542cc93" providerId="LiveId" clId="{67AC7682-EA40-4257-8BFB-0A60F832E1B8}" dt="2026-01-18T09:37:54.126" v="65" actId="1076"/>
          <ac:spMkLst>
            <pc:docMk/>
            <pc:sldMk cId="243162353" sldId="262"/>
            <ac:spMk id="23" creationId="{4A25836A-52DC-43DE-5E12-58C033353E36}"/>
          </ac:spMkLst>
        </pc:spChg>
        <pc:spChg chg="add mod">
          <ac:chgData name="婧 赵" userId="8c3bbca7d542cc93" providerId="LiveId" clId="{67AC7682-EA40-4257-8BFB-0A60F832E1B8}" dt="2026-01-18T09:37:54.126" v="65" actId="1076"/>
          <ac:spMkLst>
            <pc:docMk/>
            <pc:sldMk cId="243162353" sldId="262"/>
            <ac:spMk id="24" creationId="{06E23624-AAE4-1D30-9F54-15957381B262}"/>
          </ac:spMkLst>
        </pc:spChg>
        <pc:spChg chg="add mod">
          <ac:chgData name="婧 赵" userId="8c3bbca7d542cc93" providerId="LiveId" clId="{67AC7682-EA40-4257-8BFB-0A60F832E1B8}" dt="2026-01-18T09:41:20.884" v="92" actId="1076"/>
          <ac:spMkLst>
            <pc:docMk/>
            <pc:sldMk cId="243162353" sldId="262"/>
            <ac:spMk id="25" creationId="{8E1ECEA8-DDFF-3687-D73A-E0D10FAC3091}"/>
          </ac:spMkLst>
        </pc:spChg>
        <pc:spChg chg="add mod">
          <ac:chgData name="婧 赵" userId="8c3bbca7d542cc93" providerId="LiveId" clId="{67AC7682-EA40-4257-8BFB-0A60F832E1B8}" dt="2026-01-18T09:39:42.346" v="74" actId="208"/>
          <ac:spMkLst>
            <pc:docMk/>
            <pc:sldMk cId="243162353" sldId="262"/>
            <ac:spMk id="26" creationId="{319807A0-0E4E-5078-73F8-802A1064EE60}"/>
          </ac:spMkLst>
        </pc:spChg>
        <pc:spChg chg="add mod">
          <ac:chgData name="婧 赵" userId="8c3bbca7d542cc93" providerId="LiveId" clId="{67AC7682-EA40-4257-8BFB-0A60F832E1B8}" dt="2026-01-18T09:39:33.488" v="73" actId="207"/>
          <ac:spMkLst>
            <pc:docMk/>
            <pc:sldMk cId="243162353" sldId="262"/>
            <ac:spMk id="27" creationId="{A73FD6CE-C54B-7CE7-66C4-5F057A006F1E}"/>
          </ac:spMkLst>
        </pc:spChg>
        <pc:spChg chg="add mod">
          <ac:chgData name="婧 赵" userId="8c3bbca7d542cc93" providerId="LiveId" clId="{67AC7682-EA40-4257-8BFB-0A60F832E1B8}" dt="2026-01-18T09:40:28.474" v="87" actId="1076"/>
          <ac:spMkLst>
            <pc:docMk/>
            <pc:sldMk cId="243162353" sldId="262"/>
            <ac:spMk id="28" creationId="{A954AD42-1DD0-44C5-933F-FACFE80178FD}"/>
          </ac:spMkLst>
        </pc:spChg>
        <pc:spChg chg="add mod">
          <ac:chgData name="婧 赵" userId="8c3bbca7d542cc93" providerId="LiveId" clId="{67AC7682-EA40-4257-8BFB-0A60F832E1B8}" dt="2026-01-18T09:40:16.341" v="82" actId="1076"/>
          <ac:spMkLst>
            <pc:docMk/>
            <pc:sldMk cId="243162353" sldId="262"/>
            <ac:spMk id="29" creationId="{83F1DC97-38E6-03CD-392C-C4C346A329E7}"/>
          </ac:spMkLst>
        </pc:spChg>
        <pc:spChg chg="add mod">
          <ac:chgData name="婧 赵" userId="8c3bbca7d542cc93" providerId="LiveId" clId="{67AC7682-EA40-4257-8BFB-0A60F832E1B8}" dt="2026-01-18T09:40:15.117" v="81" actId="14100"/>
          <ac:spMkLst>
            <pc:docMk/>
            <pc:sldMk cId="243162353" sldId="262"/>
            <ac:spMk id="30" creationId="{59B376B2-1752-C6CB-1456-5CF22B39C986}"/>
          </ac:spMkLst>
        </pc:spChg>
        <pc:spChg chg="add mod">
          <ac:chgData name="婧 赵" userId="8c3bbca7d542cc93" providerId="LiveId" clId="{67AC7682-EA40-4257-8BFB-0A60F832E1B8}" dt="2026-01-18T09:40:21.005" v="84" actId="1076"/>
          <ac:spMkLst>
            <pc:docMk/>
            <pc:sldMk cId="243162353" sldId="262"/>
            <ac:spMk id="31" creationId="{3516C7C2-B95C-B31D-B2CA-7242A2B4ED85}"/>
          </ac:spMkLst>
        </pc:spChg>
        <pc:spChg chg="add mod">
          <ac:chgData name="婧 赵" userId="8c3bbca7d542cc93" providerId="LiveId" clId="{67AC7682-EA40-4257-8BFB-0A60F832E1B8}" dt="2026-01-18T09:40:25.921" v="86" actId="1076"/>
          <ac:spMkLst>
            <pc:docMk/>
            <pc:sldMk cId="243162353" sldId="262"/>
            <ac:spMk id="32" creationId="{6B0533E7-BB35-DCE8-03A8-6E21EE406675}"/>
          </ac:spMkLst>
        </pc:spChg>
        <pc:spChg chg="add mod">
          <ac:chgData name="婧 赵" userId="8c3bbca7d542cc93" providerId="LiveId" clId="{67AC7682-EA40-4257-8BFB-0A60F832E1B8}" dt="2026-01-18T09:40:38.691" v="89" actId="1076"/>
          <ac:spMkLst>
            <pc:docMk/>
            <pc:sldMk cId="243162353" sldId="262"/>
            <ac:spMk id="33" creationId="{5AE631B3-B683-E295-DE89-D9E0A1C29F62}"/>
          </ac:spMkLst>
        </pc:spChg>
        <pc:spChg chg="add mod">
          <ac:chgData name="婧 赵" userId="8c3bbca7d542cc93" providerId="LiveId" clId="{67AC7682-EA40-4257-8BFB-0A60F832E1B8}" dt="2026-01-18T09:51:33.473" v="137" actId="1076"/>
          <ac:spMkLst>
            <pc:docMk/>
            <pc:sldMk cId="243162353" sldId="262"/>
            <ac:spMk id="40" creationId="{831A3E44-D9C8-808C-CC49-B2FBB1F7C0F4}"/>
          </ac:spMkLst>
        </pc:spChg>
        <pc:spChg chg="add del mod">
          <ac:chgData name="婧 赵" userId="8c3bbca7d542cc93" providerId="LiveId" clId="{67AC7682-EA40-4257-8BFB-0A60F832E1B8}" dt="2026-01-18T10:45:09.174" v="142" actId="478"/>
          <ac:spMkLst>
            <pc:docMk/>
            <pc:sldMk cId="243162353" sldId="262"/>
            <ac:spMk id="41" creationId="{226AC862-76FC-5700-AEAC-368549A6CA6C}"/>
          </ac:spMkLst>
        </pc:spChg>
        <pc:spChg chg="add del">
          <ac:chgData name="婧 赵" userId="8c3bbca7d542cc93" providerId="LiveId" clId="{67AC7682-EA40-4257-8BFB-0A60F832E1B8}" dt="2026-01-18T10:45:43.609" v="144" actId="478"/>
          <ac:spMkLst>
            <pc:docMk/>
            <pc:sldMk cId="243162353" sldId="262"/>
            <ac:spMk id="42" creationId="{3471FE3C-D11E-5DC4-79A5-91DBAD4871B7}"/>
          </ac:spMkLst>
        </pc:spChg>
        <pc:spChg chg="add del mod">
          <ac:chgData name="婧 赵" userId="8c3bbca7d542cc93" providerId="LiveId" clId="{67AC7682-EA40-4257-8BFB-0A60F832E1B8}" dt="2026-01-18T10:45:55.712" v="147" actId="478"/>
          <ac:spMkLst>
            <pc:docMk/>
            <pc:sldMk cId="243162353" sldId="262"/>
            <ac:spMk id="43" creationId="{40F18586-D055-3B18-47D6-D2005E299071}"/>
          </ac:spMkLst>
        </pc:spChg>
        <pc:spChg chg="add del mod">
          <ac:chgData name="婧 赵" userId="8c3bbca7d542cc93" providerId="LiveId" clId="{67AC7682-EA40-4257-8BFB-0A60F832E1B8}" dt="2026-01-18T10:47:19.047" v="154" actId="478"/>
          <ac:spMkLst>
            <pc:docMk/>
            <pc:sldMk cId="243162353" sldId="262"/>
            <ac:spMk id="44" creationId="{0374833B-ADB4-7B5F-ECD9-99027C01E88D}"/>
          </ac:spMkLst>
        </pc:spChg>
        <pc:spChg chg="add del mod ord">
          <ac:chgData name="婧 赵" userId="8c3bbca7d542cc93" providerId="LiveId" clId="{67AC7682-EA40-4257-8BFB-0A60F832E1B8}" dt="2026-01-18T10:53:15.342" v="212" actId="478"/>
          <ac:spMkLst>
            <pc:docMk/>
            <pc:sldMk cId="243162353" sldId="262"/>
            <ac:spMk id="47" creationId="{3EE87F4B-129B-80FD-F780-0E8FB33A57C1}"/>
          </ac:spMkLst>
        </pc:spChg>
        <pc:spChg chg="add mod">
          <ac:chgData name="婧 赵" userId="8c3bbca7d542cc93" providerId="LiveId" clId="{67AC7682-EA40-4257-8BFB-0A60F832E1B8}" dt="2026-01-18T10:51:13.242" v="185" actId="1076"/>
          <ac:spMkLst>
            <pc:docMk/>
            <pc:sldMk cId="243162353" sldId="262"/>
            <ac:spMk id="48" creationId="{C4D24E90-D9A5-6905-5D5A-454094FEF63D}"/>
          </ac:spMkLst>
        </pc:spChg>
        <pc:spChg chg="add del mod">
          <ac:chgData name="婧 赵" userId="8c3bbca7d542cc93" providerId="LiveId" clId="{67AC7682-EA40-4257-8BFB-0A60F832E1B8}" dt="2026-01-18T10:52:38.833" v="200" actId="478"/>
          <ac:spMkLst>
            <pc:docMk/>
            <pc:sldMk cId="243162353" sldId="262"/>
            <ac:spMk id="51" creationId="{AB84FF0F-4D65-6DEF-27BF-CBFE6253F712}"/>
          </ac:spMkLst>
        </pc:spChg>
        <pc:spChg chg="add mod">
          <ac:chgData name="婧 赵" userId="8c3bbca7d542cc93" providerId="LiveId" clId="{67AC7682-EA40-4257-8BFB-0A60F832E1B8}" dt="2026-01-18T10:54:01.491" v="229" actId="1076"/>
          <ac:spMkLst>
            <pc:docMk/>
            <pc:sldMk cId="243162353" sldId="262"/>
            <ac:spMk id="56" creationId="{884EAB77-D04E-4D08-997A-DFB0B5F3DC44}"/>
          </ac:spMkLst>
        </pc:spChg>
        <pc:spChg chg="add mod">
          <ac:chgData name="婧 赵" userId="8c3bbca7d542cc93" providerId="LiveId" clId="{67AC7682-EA40-4257-8BFB-0A60F832E1B8}" dt="2026-01-18T10:55:08.275" v="244" actId="255"/>
          <ac:spMkLst>
            <pc:docMk/>
            <pc:sldMk cId="243162353" sldId="262"/>
            <ac:spMk id="60" creationId="{2C284B8C-B45D-F928-896B-B16DCF7C04AF}"/>
          </ac:spMkLst>
        </pc:spChg>
        <pc:picChg chg="add del mod">
          <ac:chgData name="婧 赵" userId="8c3bbca7d542cc93" providerId="LiveId" clId="{67AC7682-EA40-4257-8BFB-0A60F832E1B8}" dt="2026-01-18T09:49:40.032" v="118" actId="478"/>
          <ac:picMkLst>
            <pc:docMk/>
            <pc:sldMk cId="243162353" sldId="262"/>
            <ac:picMk id="35" creationId="{961B31C6-9EC0-5559-9EF0-813EA5D121CC}"/>
          </ac:picMkLst>
        </pc:picChg>
        <pc:picChg chg="add mod">
          <ac:chgData name="婧 赵" userId="8c3bbca7d542cc93" providerId="LiveId" clId="{67AC7682-EA40-4257-8BFB-0A60F832E1B8}" dt="2026-01-18T09:50:50.829" v="129" actId="1076"/>
          <ac:picMkLst>
            <pc:docMk/>
            <pc:sldMk cId="243162353" sldId="262"/>
            <ac:picMk id="37" creationId="{FF3ECF4C-534D-AFB7-E61F-775E215745F4}"/>
          </ac:picMkLst>
        </pc:picChg>
        <pc:picChg chg="add mod modCrop">
          <ac:chgData name="婧 赵" userId="8c3bbca7d542cc93" providerId="LiveId" clId="{67AC7682-EA40-4257-8BFB-0A60F832E1B8}" dt="2026-01-18T09:50:49.401" v="128" actId="14100"/>
          <ac:picMkLst>
            <pc:docMk/>
            <pc:sldMk cId="243162353" sldId="262"/>
            <ac:picMk id="39" creationId="{4434C5D6-539B-B81C-1002-CC73FB17FDFD}"/>
          </ac:picMkLst>
        </pc:picChg>
        <pc:picChg chg="add del mod">
          <ac:chgData name="婧 赵" userId="8c3bbca7d542cc93" providerId="LiveId" clId="{67AC7682-EA40-4257-8BFB-0A60F832E1B8}" dt="2026-01-18T10:51:49.590" v="187" actId="478"/>
          <ac:picMkLst>
            <pc:docMk/>
            <pc:sldMk cId="243162353" sldId="262"/>
            <ac:picMk id="46" creationId="{5B9A5DDB-A02C-C1D7-5242-62F08FE273C6}"/>
          </ac:picMkLst>
        </pc:picChg>
        <pc:picChg chg="add mod">
          <ac:chgData name="婧 赵" userId="8c3bbca7d542cc93" providerId="LiveId" clId="{67AC7682-EA40-4257-8BFB-0A60F832E1B8}" dt="2026-01-18T10:53:46.868" v="226" actId="1076"/>
          <ac:picMkLst>
            <pc:docMk/>
            <pc:sldMk cId="243162353" sldId="262"/>
            <ac:picMk id="50" creationId="{D114D0C2-A60F-017C-2429-C8E8D613B95E}"/>
          </ac:picMkLst>
        </pc:picChg>
        <pc:picChg chg="add mod">
          <ac:chgData name="婧 赵" userId="8c3bbca7d542cc93" providerId="LiveId" clId="{67AC7682-EA40-4257-8BFB-0A60F832E1B8}" dt="2026-01-18T10:53:42.581" v="225" actId="1076"/>
          <ac:picMkLst>
            <pc:docMk/>
            <pc:sldMk cId="243162353" sldId="262"/>
            <ac:picMk id="53" creationId="{90E7A202-345F-578B-2CBE-4038A2DA15B3}"/>
          </ac:picMkLst>
        </pc:picChg>
        <pc:picChg chg="add del mod">
          <ac:chgData name="婧 赵" userId="8c3bbca7d542cc93" providerId="LiveId" clId="{67AC7682-EA40-4257-8BFB-0A60F832E1B8}" dt="2026-01-18T10:54:04.600" v="230" actId="478"/>
          <ac:picMkLst>
            <pc:docMk/>
            <pc:sldMk cId="243162353" sldId="262"/>
            <ac:picMk id="55" creationId="{81599539-B988-1F1A-5248-A04DF54D2863}"/>
          </ac:picMkLst>
        </pc:picChg>
        <pc:picChg chg="add mod">
          <ac:chgData name="婧 赵" userId="8c3bbca7d542cc93" providerId="LiveId" clId="{67AC7682-EA40-4257-8BFB-0A60F832E1B8}" dt="2026-01-18T10:54:30.479" v="237" actId="1076"/>
          <ac:picMkLst>
            <pc:docMk/>
            <pc:sldMk cId="243162353" sldId="262"/>
            <ac:picMk id="58" creationId="{B3BE316A-BA29-C184-8E48-22AC217E11F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A7090-DA0E-4B44-B41D-E9D5EA4F22A6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6C08A40-3017-4E49-B258-334EFD17F9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1992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A7090-DA0E-4B44-B41D-E9D5EA4F22A6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08A40-3017-4E49-B258-334EFD17F9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1042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4D3A7090-DA0E-4B44-B41D-E9D5EA4F22A6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kumimoji="1" lang="ja-JP" alt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6C08A40-3017-4E49-B258-334EFD17F9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7464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A7090-DA0E-4B44-B41D-E9D5EA4F22A6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08A40-3017-4E49-B258-334EFD17F9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5184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A7090-DA0E-4B44-B41D-E9D5EA4F22A6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08A40-3017-4E49-B258-334EFD17F9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4938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A7090-DA0E-4B44-B41D-E9D5EA4F22A6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08A40-3017-4E49-B258-334EFD17F9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4021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A7090-DA0E-4B44-B41D-E9D5EA4F22A6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08A40-3017-4E49-B258-334EFD17F9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7696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A7090-DA0E-4B44-B41D-E9D5EA4F22A6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08A40-3017-4E49-B258-334EFD17F9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4212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A7090-DA0E-4B44-B41D-E9D5EA4F22A6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08A40-3017-4E49-B258-334EFD17F9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4606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A7090-DA0E-4B44-B41D-E9D5EA4F22A6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08A40-3017-4E49-B258-334EFD17F9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3955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A7090-DA0E-4B44-B41D-E9D5EA4F22A6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08A40-3017-4E49-B258-334EFD17F9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2527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4D3A7090-DA0E-4B44-B41D-E9D5EA4F22A6}" type="datetimeFigureOut">
              <a:rPr kumimoji="1" lang="ja-JP" altLang="en-US" smtClean="0"/>
              <a:t>2026/1/18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6C08A40-3017-4E49-B258-334EFD17F9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8233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microsoft.com/office/2007/relationships/hdphoto" Target="../media/hdphoto3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5" Type="http://schemas.microsoft.com/office/2007/relationships/hdphoto" Target="../media/hdphoto3.wdp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97C78C-A2A1-9537-307D-1ABAEEA80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7114" y="317331"/>
            <a:ext cx="6792686" cy="1609344"/>
          </a:xfrm>
        </p:spPr>
        <p:txBody>
          <a:bodyPr/>
          <a:lstStyle/>
          <a:p>
            <a:r>
              <a:rPr kumimoji="1" lang="en-US" altLang="ja-JP" dirty="0"/>
              <a:t>C</a:t>
            </a:r>
            <a:r>
              <a:rPr lang="en-US" altLang="ja-JP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  </a:t>
            </a:r>
            <a:r>
              <a:rPr kumimoji="1" lang="en-US" altLang="ja-JP" dirty="0"/>
              <a:t>RE</a:t>
            </a:r>
            <a:r>
              <a:rPr kumimoji="1" lang="ja-JP" altLang="en-US" dirty="0"/>
              <a:t>　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2DD7075-2F39-C9A8-5F8E-9127602B0ECF}"/>
              </a:ext>
            </a:extLst>
          </p:cNvPr>
          <p:cNvSpPr txBox="1"/>
          <p:nvPr/>
        </p:nvSpPr>
        <p:spPr>
          <a:xfrm>
            <a:off x="838200" y="1926675"/>
            <a:ext cx="2971800" cy="830997"/>
          </a:xfrm>
          <a:prstGeom prst="rect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ja-JP" altLang="ja-JP" sz="1600" dirty="0">
                <a:latin typeface="Arial" panose="020B0604020202020204" pitchFamily="34" charset="0"/>
              </a:rPr>
              <a:t>3D FPS ゲーム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ja-JP" altLang="ja-JP" sz="1600" dirty="0">
                <a:latin typeface="Arial" panose="020B0604020202020204" pitchFamily="34" charset="0"/>
              </a:rPr>
              <a:t>C++ / DirectX11 による制作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ja-JP" altLang="ja-JP" sz="1600" dirty="0">
                <a:latin typeface="Arial" panose="020B0604020202020204" pitchFamily="34" charset="0"/>
              </a:rPr>
              <a:t>制作期間：3か月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0F4CE1A-18E4-CB18-7718-0A7F7A282B0F}"/>
              </a:ext>
            </a:extLst>
          </p:cNvPr>
          <p:cNvSpPr txBox="1"/>
          <p:nvPr/>
        </p:nvSpPr>
        <p:spPr>
          <a:xfrm>
            <a:off x="770467" y="3097027"/>
            <a:ext cx="4013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ゲームのクリア条件</a:t>
            </a:r>
          </a:p>
          <a:p>
            <a:r>
              <a:rPr lang="ja-JP" altLang="en-US" dirty="0"/>
              <a:t>コア（</a:t>
            </a:r>
            <a:r>
              <a:rPr lang="en-US" altLang="ja-JP" dirty="0"/>
              <a:t>Core</a:t>
            </a:r>
            <a:r>
              <a:rPr lang="ja-JP" altLang="en-US" dirty="0"/>
              <a:t>）を撃破する</a:t>
            </a:r>
          </a:p>
          <a:p>
            <a:r>
              <a:rPr lang="ja-JP" altLang="en-US" dirty="0"/>
              <a:t>コアを破壊するとゲームクリア</a:t>
            </a:r>
          </a:p>
          <a:p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15C83EB-4952-8367-15BD-35168BBFF7FB}"/>
              </a:ext>
            </a:extLst>
          </p:cNvPr>
          <p:cNvSpPr txBox="1"/>
          <p:nvPr/>
        </p:nvSpPr>
        <p:spPr>
          <a:xfrm>
            <a:off x="770467" y="4207136"/>
            <a:ext cx="5257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600" b="1" dirty="0"/>
              <a:t>敵キャラクターの特徴</a:t>
            </a:r>
          </a:p>
          <a:p>
            <a:r>
              <a:rPr lang="ja-JP" altLang="en-US" sz="1600" dirty="0"/>
              <a:t>敵はコアの周囲を回転しながら行動</a:t>
            </a:r>
          </a:p>
          <a:p>
            <a:r>
              <a:rPr lang="ja-JP" altLang="en-US" sz="1600" dirty="0"/>
              <a:t>敵を倒しても、一定数が再生成される</a:t>
            </a:r>
          </a:p>
          <a:p>
            <a:r>
              <a:rPr lang="ja-JP" altLang="en-US" sz="1600" dirty="0"/>
              <a:t>プレイヤーは敵を回避しながら攻撃する必要がある</a:t>
            </a:r>
          </a:p>
          <a:p>
            <a:endParaRPr kumimoji="1" lang="ja-JP" altLang="en-US" sz="1600" dirty="0"/>
          </a:p>
        </p:txBody>
      </p:sp>
      <p:pic>
        <p:nvPicPr>
          <p:cNvPr id="11" name="図 10" descr="グラフィカル ユーザー インターフェイス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DFE35887-E01E-0EBC-4E46-EF4C76A7A7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41"/>
          <a:stretch>
            <a:fillRect/>
          </a:stretch>
        </p:blipFill>
        <p:spPr>
          <a:xfrm>
            <a:off x="5655733" y="1926675"/>
            <a:ext cx="4351867" cy="326968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2" name="3D モデル 11" descr="薄い灰色のキューブ">
                <a:extLst>
                  <a:ext uri="{FF2B5EF4-FFF2-40B4-BE49-F238E27FC236}">
                    <a16:creationId xmlns:a16="http://schemas.microsoft.com/office/drawing/2014/main" id="{CFC0A5B8-04A7-8A26-51B6-A24A11EE8A2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98838229"/>
                  </p:ext>
                </p:extLst>
              </p:nvPr>
            </p:nvGraphicFramePr>
            <p:xfrm>
              <a:off x="3373875" y="806673"/>
              <a:ext cx="436125" cy="734969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436125" cy="734969"/>
                    </a:xfrm>
                    <a:prstGeom prst="rect">
                      <a:avLst/>
                    </a:prstGeom>
                  </am3d:spPr>
                  <am3d:camera>
                    <am3d:pos x="0" y="0" z="8146919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0529" d="1000000"/>
                    <am3d:preTrans dx="0" dy="-17999995" dz="5866"/>
                    <am3d:scale>
                      <am3d:sx n="1000000" d="1000000"/>
                      <am3d:sy n="1000000" d="1000000"/>
                      <am3d:sz n="1000000" d="1000000"/>
                    </am3d:scale>
                    <am3d:rot ax="-8307334" ay="-2658738" az="-1905475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0102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2" name="3D モデル 11" descr="薄い灰色のキューブ">
                <a:extLst>
                  <a:ext uri="{FF2B5EF4-FFF2-40B4-BE49-F238E27FC236}">
                    <a16:creationId xmlns:a16="http://schemas.microsoft.com/office/drawing/2014/main" id="{CFC0A5B8-04A7-8A26-51B6-A24A11EE8A2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73875" y="806673"/>
                <a:ext cx="436125" cy="734969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617580F-D2DB-8B40-16AF-B23D54BD9240}"/>
              </a:ext>
            </a:extLst>
          </p:cNvPr>
          <p:cNvSpPr txBox="1"/>
          <p:nvPr/>
        </p:nvSpPr>
        <p:spPr>
          <a:xfrm>
            <a:off x="3373875" y="639026"/>
            <a:ext cx="5558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endParaRPr kumimoji="1" lang="ja-JP" altLang="en-US" sz="4800" b="1" dirty="0"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A66F165-4C24-8356-4959-F8261E887505}"/>
              </a:ext>
            </a:extLst>
          </p:cNvPr>
          <p:cNvSpPr txBox="1"/>
          <p:nvPr/>
        </p:nvSpPr>
        <p:spPr>
          <a:xfrm>
            <a:off x="944514" y="796239"/>
            <a:ext cx="22445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dirty="0"/>
              <a:t>タイトル：</a:t>
            </a:r>
          </a:p>
        </p:txBody>
      </p:sp>
    </p:spTree>
    <p:extLst>
      <p:ext uri="{BB962C8B-B14F-4D97-AF65-F5344CB8AC3E}">
        <p14:creationId xmlns:p14="http://schemas.microsoft.com/office/powerpoint/2010/main" val="1113697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389575-66C4-33CF-B6CE-294E3D27CC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9933" y="761999"/>
            <a:ext cx="9144000" cy="1223963"/>
          </a:xfrm>
        </p:spPr>
        <p:txBody>
          <a:bodyPr/>
          <a:lstStyle/>
          <a:p>
            <a:r>
              <a:rPr lang="ja-JP" altLang="en-US" dirty="0"/>
              <a:t>創作目標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88C540B-D023-00DF-6B90-DB15E57E68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533" y="2417762"/>
            <a:ext cx="9144000" cy="1655762"/>
          </a:xfrm>
        </p:spPr>
        <p:txBody>
          <a:bodyPr>
            <a:normAutofit/>
          </a:bodyPr>
          <a:lstStyle/>
          <a:p>
            <a:r>
              <a:rPr lang="ja-JP" altLang="en-US" dirty="0"/>
              <a:t>射撃ゲーム初心者にも遊びやすい </a:t>
            </a:r>
            <a:r>
              <a:rPr lang="en-US" altLang="ja-JP" dirty="0"/>
              <a:t>FPS</a:t>
            </a:r>
          </a:p>
          <a:p>
            <a:r>
              <a:rPr lang="ja-JP" altLang="en-US" dirty="0"/>
              <a:t>敵の行動が予測しやすい、理不尽にならない</a:t>
            </a:r>
            <a:endParaRPr lang="en-US" altLang="ja-JP" dirty="0"/>
          </a:p>
          <a:p>
            <a:r>
              <a:rPr lang="ja-JP" altLang="en-US" dirty="0"/>
              <a:t>プレイヤー移動操作の手触りを重視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48302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A4899-7A88-527E-7943-53F917D94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3B9DCF-56D7-2442-661E-75C68EBC0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b="1" dirty="0"/>
              <a:t>Point 1</a:t>
            </a:r>
            <a:r>
              <a:rPr lang="ja-JP" altLang="en-US" b="1" dirty="0"/>
              <a:t>｜敵視線判定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1A79EDD-A3E2-43CB-55C3-DED63F18BF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061" y="1665366"/>
            <a:ext cx="5157787" cy="823912"/>
          </a:xfrm>
        </p:spPr>
        <p:txBody>
          <a:bodyPr>
            <a:normAutofit/>
          </a:bodyPr>
          <a:lstStyle/>
          <a:p>
            <a:r>
              <a:rPr lang="ja-JP" altLang="en-US" sz="1600" dirty="0"/>
              <a:t>簡単な説明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6499B2E-BF72-D827-E59F-27136F5A0A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9826" y="2319027"/>
            <a:ext cx="4249448" cy="1109973"/>
          </a:xfrm>
        </p:spPr>
        <p:txBody>
          <a:bodyPr/>
          <a:lstStyle/>
          <a:p>
            <a:r>
              <a:rPr lang="ja-JP" altLang="en-US" sz="1400" dirty="0"/>
              <a:t>敵からプレイヤーへ </a:t>
            </a:r>
            <a:r>
              <a:rPr lang="en-US" altLang="ja-JP" sz="1400" dirty="0"/>
              <a:t>Ray </a:t>
            </a:r>
            <a:r>
              <a:rPr lang="ja-JP" altLang="en-US" sz="1400" dirty="0"/>
              <a:t>を発射、壁がプレイヤーより手前にあれば「不可視」</a:t>
            </a:r>
          </a:p>
          <a:p>
            <a:r>
              <a:rPr lang="ja-JP" altLang="en-US" sz="1400" b="1" dirty="0"/>
              <a:t>壁越しに攻撃しない</a:t>
            </a:r>
          </a:p>
          <a:p>
            <a:endParaRPr kumimoji="1" lang="ja-JP" alt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BCB9CBB-C914-36AB-09ED-ED7E5911AB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612891" y="1672471"/>
            <a:ext cx="5183188" cy="823912"/>
          </a:xfrm>
        </p:spPr>
        <p:txBody>
          <a:bodyPr>
            <a:normAutofit/>
          </a:bodyPr>
          <a:lstStyle/>
          <a:p>
            <a:r>
              <a:rPr lang="ja-JP" altLang="en-US" sz="1800" dirty="0"/>
              <a:t>コード抜粋</a:t>
            </a:r>
            <a:endParaRPr kumimoji="1" lang="ja-JP" altLang="en-US" sz="1800" dirty="0"/>
          </a:p>
        </p:txBody>
      </p:sp>
      <p:pic>
        <p:nvPicPr>
          <p:cNvPr id="8" name="コンテンツ プレースホルダー 7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A5552DEF-5CAA-5BB4-25FB-991A49166FD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rcRect t="47088" b="11550"/>
          <a:stretch>
            <a:fillRect/>
          </a:stretch>
        </p:blipFill>
        <p:spPr>
          <a:xfrm>
            <a:off x="5585715" y="2319027"/>
            <a:ext cx="6397110" cy="2449362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47B4A98-5ABB-98E9-D2F7-F75573F46D6C}"/>
              </a:ext>
            </a:extLst>
          </p:cNvPr>
          <p:cNvSpPr/>
          <p:nvPr/>
        </p:nvSpPr>
        <p:spPr>
          <a:xfrm>
            <a:off x="1149350" y="3327400"/>
            <a:ext cx="88900" cy="101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Picture 2" descr="2,115,900+ Human Icon Stock Illustrations, Royalty-Free Vector Graphics &amp;  Clip Art - iStock | Human icon vector, Human icon set, Human icon 3d">
            <a:extLst>
              <a:ext uri="{FF2B5EF4-FFF2-40B4-BE49-F238E27FC236}">
                <a16:creationId xmlns:a16="http://schemas.microsoft.com/office/drawing/2014/main" id="{C62BB1EB-2BE7-52B6-1531-A103D1AD32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7876" y1="20915" x2="52124" y2="348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5044" y="4648504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5C0D7F0-E9BA-5856-06EE-EA915E4526FE}"/>
              </a:ext>
            </a:extLst>
          </p:cNvPr>
          <p:cNvSpPr/>
          <p:nvPr/>
        </p:nvSpPr>
        <p:spPr>
          <a:xfrm rot="5400000">
            <a:off x="2568485" y="3895217"/>
            <a:ext cx="93524" cy="10160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2CE9940D-1ABE-AD58-C28E-95E98EA26AC9}"/>
              </a:ext>
            </a:extLst>
          </p:cNvPr>
          <p:cNvCxnSpPr>
            <a:cxnSpLocks/>
          </p:cNvCxnSpPr>
          <p:nvPr/>
        </p:nvCxnSpPr>
        <p:spPr>
          <a:xfrm>
            <a:off x="1238250" y="3429000"/>
            <a:ext cx="2530671" cy="177800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F7E74ED-8943-DE37-EFBD-3568B9B0CD85}"/>
              </a:ext>
            </a:extLst>
          </p:cNvPr>
          <p:cNvSpPr txBox="1"/>
          <p:nvPr/>
        </p:nvSpPr>
        <p:spPr>
          <a:xfrm>
            <a:off x="2501105" y="4699129"/>
            <a:ext cx="914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b="1" dirty="0"/>
              <a:t>不可視</a:t>
            </a:r>
            <a:r>
              <a:rPr lang="en-US" altLang="ja-JP" sz="1100" b="1" dirty="0"/>
              <a:t>--</a:t>
            </a:r>
          </a:p>
          <a:p>
            <a:r>
              <a:rPr lang="ja-JP" altLang="en-US" sz="1100" b="1" dirty="0"/>
              <a:t>攻撃しない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7573041B-A9EE-06E8-8C47-F46D1B072281}"/>
              </a:ext>
            </a:extLst>
          </p:cNvPr>
          <p:cNvSpPr/>
          <p:nvPr/>
        </p:nvSpPr>
        <p:spPr>
          <a:xfrm>
            <a:off x="3371055" y="3253625"/>
            <a:ext cx="88900" cy="101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DF98D3C5-AAEE-A2BD-395F-2E718BF30706}"/>
              </a:ext>
            </a:extLst>
          </p:cNvPr>
          <p:cNvCxnSpPr>
            <a:cxnSpLocks/>
          </p:cNvCxnSpPr>
          <p:nvPr/>
        </p:nvCxnSpPr>
        <p:spPr>
          <a:xfrm>
            <a:off x="3427252" y="3444397"/>
            <a:ext cx="857250" cy="2004308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4312FBF-0E21-E46B-B47E-2A37012705CA}"/>
              </a:ext>
            </a:extLst>
          </p:cNvPr>
          <p:cNvSpPr txBox="1"/>
          <p:nvPr/>
        </p:nvSpPr>
        <p:spPr>
          <a:xfrm>
            <a:off x="3535044" y="4319174"/>
            <a:ext cx="914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b="1" dirty="0"/>
              <a:t>可視</a:t>
            </a:r>
            <a:r>
              <a:rPr lang="en-US" altLang="ja-JP" sz="1100" b="1" dirty="0"/>
              <a:t>--</a:t>
            </a:r>
            <a:r>
              <a:rPr lang="ja-JP" altLang="en-US" sz="1100" b="1" dirty="0"/>
              <a:t>攻撃する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33481BAA-F273-2DD5-F222-B14DE4BECC17}"/>
              </a:ext>
            </a:extLst>
          </p:cNvPr>
          <p:cNvSpPr txBox="1"/>
          <p:nvPr/>
        </p:nvSpPr>
        <p:spPr>
          <a:xfrm>
            <a:off x="2657747" y="4136547"/>
            <a:ext cx="8616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b="1" dirty="0">
                <a:solidFill>
                  <a:schemeClr val="accent2"/>
                </a:solidFill>
              </a:rPr>
              <a:t>壁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1D6138D-1DD5-CCA7-F7F3-08B2DE101C46}"/>
              </a:ext>
            </a:extLst>
          </p:cNvPr>
          <p:cNvSpPr txBox="1"/>
          <p:nvPr/>
        </p:nvSpPr>
        <p:spPr>
          <a:xfrm>
            <a:off x="1209705" y="3261308"/>
            <a:ext cx="8616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b="1" dirty="0">
                <a:solidFill>
                  <a:schemeClr val="tx2"/>
                </a:solidFill>
              </a:rPr>
              <a:t>敵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FC33724-A6E3-4138-F5E3-790D5FE544EC}"/>
              </a:ext>
            </a:extLst>
          </p:cNvPr>
          <p:cNvSpPr txBox="1"/>
          <p:nvPr/>
        </p:nvSpPr>
        <p:spPr>
          <a:xfrm>
            <a:off x="3397710" y="3193301"/>
            <a:ext cx="8616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b="1" dirty="0">
                <a:solidFill>
                  <a:schemeClr val="tx2"/>
                </a:solidFill>
              </a:rPr>
              <a:t>敵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62BC9F14-C0F6-1C41-3C88-CEAF49EA817D}"/>
              </a:ext>
            </a:extLst>
          </p:cNvPr>
          <p:cNvSpPr/>
          <p:nvPr/>
        </p:nvSpPr>
        <p:spPr>
          <a:xfrm rot="5400000">
            <a:off x="3981627" y="4384920"/>
            <a:ext cx="93524" cy="224176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D1823312-3C69-6C29-9893-3786489A7A35}"/>
              </a:ext>
            </a:extLst>
          </p:cNvPr>
          <p:cNvSpPr/>
          <p:nvPr/>
        </p:nvSpPr>
        <p:spPr>
          <a:xfrm>
            <a:off x="3784600" y="4760398"/>
            <a:ext cx="387349" cy="721239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5B8B88DB-161D-5FB6-7F5F-294B76BC54C2}"/>
              </a:ext>
            </a:extLst>
          </p:cNvPr>
          <p:cNvSpPr txBox="1"/>
          <p:nvPr/>
        </p:nvSpPr>
        <p:spPr>
          <a:xfrm>
            <a:off x="4465123" y="5260889"/>
            <a:ext cx="8616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b="1" dirty="0">
                <a:solidFill>
                  <a:schemeClr val="accent2"/>
                </a:solidFill>
              </a:rPr>
              <a:t>地面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1169EA3F-B612-473E-BF24-BBBB36085363}"/>
              </a:ext>
            </a:extLst>
          </p:cNvPr>
          <p:cNvSpPr txBox="1"/>
          <p:nvPr/>
        </p:nvSpPr>
        <p:spPr>
          <a:xfrm>
            <a:off x="6929021" y="5639104"/>
            <a:ext cx="53142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/>
              <a:t>（＊プレイヤーの攻撃も同じように壁を抜けならない）</a:t>
            </a:r>
          </a:p>
        </p:txBody>
      </p:sp>
    </p:spTree>
    <p:extLst>
      <p:ext uri="{BB962C8B-B14F-4D97-AF65-F5344CB8AC3E}">
        <p14:creationId xmlns:p14="http://schemas.microsoft.com/office/powerpoint/2010/main" val="3877781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4B3F72-7623-A0F7-D2FD-D143EF427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b="1" dirty="0"/>
              <a:t>Point 2</a:t>
            </a:r>
            <a:r>
              <a:rPr lang="ja-JP" altLang="en-US" b="1" dirty="0"/>
              <a:t>｜攻撃 </a:t>
            </a:r>
            <a:r>
              <a:rPr lang="en-US" altLang="ja-JP" b="1" dirty="0"/>
              <a:t>AI</a:t>
            </a:r>
            <a:r>
              <a:rPr lang="ja-JP" altLang="en-US" b="1" dirty="0"/>
              <a:t>：放物線弾道</a:t>
            </a:r>
            <a:endParaRPr kumimoji="1" lang="ja-JP" altLang="en-US" b="1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A76C4CA-EDE1-9171-F2AA-9A1A01463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7880" y="1690931"/>
            <a:ext cx="5157787" cy="823912"/>
          </a:xfrm>
        </p:spPr>
        <p:txBody>
          <a:bodyPr>
            <a:normAutofit/>
          </a:bodyPr>
          <a:lstStyle/>
          <a:p>
            <a:r>
              <a:rPr lang="ja-JP" altLang="en-US" sz="1600" dirty="0"/>
              <a:t>簡単な説明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16A214C4-B98C-9DD3-FBF2-B53CA2D156A4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749300" y="2280433"/>
            <a:ext cx="3908697" cy="168018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r>
              <a:rPr lang="ja-JP" altLang="ja-JP" sz="1400" dirty="0"/>
              <a:t>目標位置から 初速度を逆算</a:t>
            </a:r>
            <a:r>
              <a:rPr lang="ja-JP" altLang="en-US" sz="1400" dirty="0"/>
              <a:t>ので、敵の飛行時間が一定にしている。攻撃テンポを固定する。</a:t>
            </a:r>
            <a:endParaRPr lang="ja-JP" altLang="ja-JP" sz="1400" dirty="0"/>
          </a:p>
          <a:p>
            <a:r>
              <a:rPr lang="ja-JP" altLang="en-US" sz="1400" dirty="0"/>
              <a:t>放物線移動にすることで、直線攻撃より軌道が読みやすくプレイヤーが回避判断しやすい</a:t>
            </a:r>
            <a:endParaRPr lang="en-US" altLang="ja-JP" sz="1400" dirty="0"/>
          </a:p>
          <a:p>
            <a:r>
              <a:rPr lang="ja-JP" altLang="en-US" sz="1400" dirty="0"/>
              <a:t>複数の敵が同じ方向・同じ軌道で突撃すると 攻撃として意味が薄い。ランダムスプレッドを入れ、攻撃範囲を広げる、緊張感ちょっと上げる</a:t>
            </a:r>
            <a:endParaRPr lang="ja-JP" altLang="ja-JP" sz="1400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44CF5AE-CF48-7A03-5324-CFFCC38E73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318397" y="1846865"/>
            <a:ext cx="5183188" cy="823912"/>
          </a:xfrm>
        </p:spPr>
        <p:txBody>
          <a:bodyPr>
            <a:normAutofit/>
          </a:bodyPr>
          <a:lstStyle/>
          <a:p>
            <a:r>
              <a:rPr lang="ja-JP" altLang="en-US" sz="1800" dirty="0"/>
              <a:t>コード抜粋</a:t>
            </a:r>
            <a:endParaRPr kumimoji="1" lang="ja-JP" altLang="en-US" sz="1800" dirty="0"/>
          </a:p>
        </p:txBody>
      </p:sp>
      <p:pic>
        <p:nvPicPr>
          <p:cNvPr id="22" name="図 21" descr="グラフィカル ユーザー インターフェイス, 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AE854073-24A3-1444-A60C-0E39FCEEA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397" y="2466722"/>
            <a:ext cx="6344535" cy="3620005"/>
          </a:xfrm>
          <a:prstGeom prst="rect">
            <a:avLst/>
          </a:prstGeom>
        </p:spPr>
      </p:pic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1291F010-9DA6-EBAB-A878-C67BAE693889}"/>
              </a:ext>
            </a:extLst>
          </p:cNvPr>
          <p:cNvSpPr/>
          <p:nvPr/>
        </p:nvSpPr>
        <p:spPr>
          <a:xfrm>
            <a:off x="2190750" y="4222750"/>
            <a:ext cx="114300" cy="1079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EF1A059F-AEA5-29B3-EA42-F5B255422997}"/>
              </a:ext>
            </a:extLst>
          </p:cNvPr>
          <p:cNvSpPr/>
          <p:nvPr/>
        </p:nvSpPr>
        <p:spPr>
          <a:xfrm>
            <a:off x="2305050" y="4080224"/>
            <a:ext cx="114300" cy="1079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1BF8281E-E556-E541-30BB-0C81C2CD431C}"/>
              </a:ext>
            </a:extLst>
          </p:cNvPr>
          <p:cNvSpPr/>
          <p:nvPr/>
        </p:nvSpPr>
        <p:spPr>
          <a:xfrm>
            <a:off x="2362200" y="4276725"/>
            <a:ext cx="114300" cy="1079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F590B25C-91EB-F429-AC9C-F01079E235AB}"/>
              </a:ext>
            </a:extLst>
          </p:cNvPr>
          <p:cNvSpPr/>
          <p:nvPr/>
        </p:nvSpPr>
        <p:spPr>
          <a:xfrm>
            <a:off x="2190750" y="4384675"/>
            <a:ext cx="114300" cy="1079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6" name="Picture 2" descr="2,115,900+ Human Icon Stock Illustrations, Royalty-Free Vector Graphics &amp;  Clip Art - iStock | Human icon vector, Human icon set, Human icon 3d">
            <a:extLst>
              <a:ext uri="{FF2B5EF4-FFF2-40B4-BE49-F238E27FC236}">
                <a16:creationId xmlns:a16="http://schemas.microsoft.com/office/drawing/2014/main" id="{C2B0F3B5-331E-2366-EFDD-061C290FC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7876" y1="20915" x2="52124" y2="348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3597" y="4631817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円弧 12">
            <a:extLst>
              <a:ext uri="{FF2B5EF4-FFF2-40B4-BE49-F238E27FC236}">
                <a16:creationId xmlns:a16="http://schemas.microsoft.com/office/drawing/2014/main" id="{679CD184-DA19-9800-7931-3748E70F6793}"/>
              </a:ext>
            </a:extLst>
          </p:cNvPr>
          <p:cNvSpPr/>
          <p:nvPr/>
        </p:nvSpPr>
        <p:spPr>
          <a:xfrm>
            <a:off x="1428749" y="4134199"/>
            <a:ext cx="2593609" cy="1792843"/>
          </a:xfrm>
          <a:prstGeom prst="arc">
            <a:avLst>
              <a:gd name="adj1" fmla="val 15608775"/>
              <a:gd name="adj2" fmla="val 0"/>
            </a:avLst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弧 13">
            <a:extLst>
              <a:ext uri="{FF2B5EF4-FFF2-40B4-BE49-F238E27FC236}">
                <a16:creationId xmlns:a16="http://schemas.microsoft.com/office/drawing/2014/main" id="{B62D84BD-E65C-E3D4-946A-D6C22DF61F2D}"/>
              </a:ext>
            </a:extLst>
          </p:cNvPr>
          <p:cNvSpPr/>
          <p:nvPr/>
        </p:nvSpPr>
        <p:spPr>
          <a:xfrm>
            <a:off x="1325109" y="4406551"/>
            <a:ext cx="2460625" cy="1792843"/>
          </a:xfrm>
          <a:prstGeom prst="arc">
            <a:avLst>
              <a:gd name="adj1" fmla="val 15608775"/>
              <a:gd name="adj2" fmla="val 0"/>
            </a:avLst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円弧 14">
            <a:extLst>
              <a:ext uri="{FF2B5EF4-FFF2-40B4-BE49-F238E27FC236}">
                <a16:creationId xmlns:a16="http://schemas.microsoft.com/office/drawing/2014/main" id="{6785846A-F09D-DB85-2A29-12887D16A70F}"/>
              </a:ext>
            </a:extLst>
          </p:cNvPr>
          <p:cNvSpPr/>
          <p:nvPr/>
        </p:nvSpPr>
        <p:spPr>
          <a:xfrm>
            <a:off x="1530350" y="4460526"/>
            <a:ext cx="1873250" cy="1815766"/>
          </a:xfrm>
          <a:prstGeom prst="arc">
            <a:avLst>
              <a:gd name="adj1" fmla="val 15608775"/>
              <a:gd name="adj2" fmla="val 0"/>
            </a:avLst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円弧 15">
            <a:extLst>
              <a:ext uri="{FF2B5EF4-FFF2-40B4-BE49-F238E27FC236}">
                <a16:creationId xmlns:a16="http://schemas.microsoft.com/office/drawing/2014/main" id="{1AFAF4B1-B395-86F4-7CE3-2867A7134675}"/>
              </a:ext>
            </a:extLst>
          </p:cNvPr>
          <p:cNvSpPr/>
          <p:nvPr/>
        </p:nvSpPr>
        <p:spPr>
          <a:xfrm>
            <a:off x="1095737" y="4276725"/>
            <a:ext cx="2720613" cy="1803066"/>
          </a:xfrm>
          <a:prstGeom prst="arc">
            <a:avLst>
              <a:gd name="adj1" fmla="val 15608775"/>
              <a:gd name="adj2" fmla="val 0"/>
            </a:avLst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7337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3E5FB-F6AF-1DC1-E0A1-F7A286D49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992287-5B27-202A-3933-B873B598D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ja-JP" b="1" dirty="0"/>
              <a:t>Point 3</a:t>
            </a:r>
            <a:r>
              <a:rPr lang="ja-JP" altLang="en-US" b="1" dirty="0"/>
              <a:t>｜スムーズな移動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0196B62-7BA1-49C8-6622-13D87D6A1A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037" y="1372979"/>
            <a:ext cx="5157787" cy="823912"/>
          </a:xfrm>
        </p:spPr>
        <p:txBody>
          <a:bodyPr>
            <a:normAutofit/>
          </a:bodyPr>
          <a:lstStyle/>
          <a:p>
            <a:r>
              <a:rPr lang="ja-JP" altLang="en-US" sz="1600" dirty="0"/>
              <a:t>簡単な説明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A21D87B-ECF7-2DB5-995E-67FFF19A03B3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842306" y="2011078"/>
            <a:ext cx="3826689" cy="93262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r>
              <a:rPr lang="ja-JP" altLang="ja-JP" sz="1400" dirty="0"/>
              <a:t>壁にぶつかって止めない</a:t>
            </a:r>
          </a:p>
          <a:p>
            <a:r>
              <a:rPr lang="ja-JP" altLang="ja-JP" sz="1400" dirty="0"/>
              <a:t>法線方向成分を除去し、壁沿いに滑らせる</a:t>
            </a:r>
          </a:p>
          <a:p>
            <a:r>
              <a:rPr lang="ja-JP" altLang="ja-JP" sz="1400" dirty="0"/>
              <a:t>引っかかりや不自然な反射を防ぐ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2FDFA03-5492-2491-DD16-E0F7F28821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03023" y="1362866"/>
            <a:ext cx="5183188" cy="823912"/>
          </a:xfrm>
        </p:spPr>
        <p:txBody>
          <a:bodyPr>
            <a:normAutofit/>
          </a:bodyPr>
          <a:lstStyle/>
          <a:p>
            <a:r>
              <a:rPr lang="ja-JP" altLang="en-US" sz="1800" dirty="0"/>
              <a:t>コード抜粋</a:t>
            </a:r>
            <a:endParaRPr kumimoji="1" lang="ja-JP" altLang="en-US" sz="1800" dirty="0"/>
          </a:p>
        </p:txBody>
      </p:sp>
      <p:pic>
        <p:nvPicPr>
          <p:cNvPr id="13" name="図 12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CB70C4DB-E1B4-DA5A-9254-345FB89C1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5856" y="4624534"/>
            <a:ext cx="5894443" cy="1979411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3719770-59F9-CC21-804D-62A024786A05}"/>
              </a:ext>
            </a:extLst>
          </p:cNvPr>
          <p:cNvSpPr txBox="1"/>
          <p:nvPr/>
        </p:nvSpPr>
        <p:spPr>
          <a:xfrm>
            <a:off x="842306" y="4757253"/>
            <a:ext cx="6096000" cy="2883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ja-JP" altLang="en-US" dirty="0"/>
              <a:t>小さな段差は“壁”ではなく“床”として処理</a:t>
            </a:r>
          </a:p>
        </p:txBody>
      </p:sp>
      <p:pic>
        <p:nvPicPr>
          <p:cNvPr id="17" name="図 16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A7EA3B1C-2236-CC98-2D7B-1C76ECFB8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0695" y="1975721"/>
            <a:ext cx="6373114" cy="1162212"/>
          </a:xfrm>
          <a:prstGeom prst="rect">
            <a:avLst/>
          </a:prstGeom>
        </p:spPr>
      </p:pic>
      <p:pic>
        <p:nvPicPr>
          <p:cNvPr id="4" name="Picture 2" descr="2,115,900+ Human Icon Stock Illustrations, Royalty-Free Vector Graphics &amp;  Clip Art - iStock | Human icon vector, Human icon set, Human icon 3d">
            <a:extLst>
              <a:ext uri="{FF2B5EF4-FFF2-40B4-BE49-F238E27FC236}">
                <a16:creationId xmlns:a16="http://schemas.microsoft.com/office/drawing/2014/main" id="{88668DCD-6781-C6CD-AA53-266BA82D03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47876" y1="20915" x2="52124" y2="348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76691">
            <a:off x="1561966" y="5253101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2,115,900+ Human Icon Stock Illustrations, Royalty-Free Vector Graphics &amp;  Clip Art - iStock | Human icon vector, Human icon set, Human icon 3d">
            <a:extLst>
              <a:ext uri="{FF2B5EF4-FFF2-40B4-BE49-F238E27FC236}">
                <a16:creationId xmlns:a16="http://schemas.microsoft.com/office/drawing/2014/main" id="{F432EB19-124D-A7ED-6A44-F6B439C1BF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47876" y1="20915" x2="52124" y2="348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69091">
            <a:off x="2295931" y="5116291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9C04205-B4DD-CB68-D091-4FF652A2143B}"/>
              </a:ext>
            </a:extLst>
          </p:cNvPr>
          <p:cNvSpPr/>
          <p:nvPr/>
        </p:nvSpPr>
        <p:spPr>
          <a:xfrm rot="5400000">
            <a:off x="2655225" y="5475587"/>
            <a:ext cx="109612" cy="100059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7975AF23-80C2-9F9C-22AB-5AA85DA207CB}"/>
              </a:ext>
            </a:extLst>
          </p:cNvPr>
          <p:cNvSpPr/>
          <p:nvPr/>
        </p:nvSpPr>
        <p:spPr>
          <a:xfrm>
            <a:off x="2209733" y="5426075"/>
            <a:ext cx="352831" cy="2487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990ABD3-C2A6-C1D8-6977-D1864F3E87D9}"/>
              </a:ext>
            </a:extLst>
          </p:cNvPr>
          <p:cNvSpPr/>
          <p:nvPr/>
        </p:nvSpPr>
        <p:spPr>
          <a:xfrm rot="5400000">
            <a:off x="1654627" y="5595793"/>
            <a:ext cx="109612" cy="100059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5EAD7A5-5B20-3056-293F-6AD7A71FF82D}"/>
              </a:ext>
            </a:extLst>
          </p:cNvPr>
          <p:cNvSpPr txBox="1"/>
          <p:nvPr/>
        </p:nvSpPr>
        <p:spPr>
          <a:xfrm>
            <a:off x="2462215" y="6074249"/>
            <a:ext cx="201917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/>
              <a:t>細かい段差を自動的に上る</a:t>
            </a: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4FC433A2-8004-11E1-57D5-7CFF1FF03223}"/>
              </a:ext>
            </a:extLst>
          </p:cNvPr>
          <p:cNvSpPr/>
          <p:nvPr/>
        </p:nvSpPr>
        <p:spPr>
          <a:xfrm>
            <a:off x="2061553" y="5818101"/>
            <a:ext cx="492464" cy="45142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74BA3C61-5069-2703-6950-B4A6150BDDBF}"/>
              </a:ext>
            </a:extLst>
          </p:cNvPr>
          <p:cNvSpPr/>
          <p:nvPr/>
        </p:nvSpPr>
        <p:spPr>
          <a:xfrm rot="5400000">
            <a:off x="1687315" y="2830420"/>
            <a:ext cx="109612" cy="100059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6C0A86E9-9475-4D3B-C422-411DB011A119}"/>
              </a:ext>
            </a:extLst>
          </p:cNvPr>
          <p:cNvSpPr/>
          <p:nvPr/>
        </p:nvSpPr>
        <p:spPr>
          <a:xfrm>
            <a:off x="1214828" y="3731176"/>
            <a:ext cx="134263" cy="15081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7B706924-6251-D9AB-6C29-188524FB2D41}"/>
              </a:ext>
            </a:extLst>
          </p:cNvPr>
          <p:cNvCxnSpPr>
            <a:cxnSpLocks/>
          </p:cNvCxnSpPr>
          <p:nvPr/>
        </p:nvCxnSpPr>
        <p:spPr>
          <a:xfrm flipV="1">
            <a:off x="1295711" y="3380055"/>
            <a:ext cx="251894" cy="3620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4BB5F6F2-20AD-A78A-F4FA-49A437DBDF84}"/>
              </a:ext>
            </a:extLst>
          </p:cNvPr>
          <p:cNvCxnSpPr>
            <a:cxnSpLocks/>
          </p:cNvCxnSpPr>
          <p:nvPr/>
        </p:nvCxnSpPr>
        <p:spPr>
          <a:xfrm>
            <a:off x="1586460" y="3428622"/>
            <a:ext cx="25098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827C2EF7-30A6-DADE-207A-F1AF2C36B27B}"/>
              </a:ext>
            </a:extLst>
          </p:cNvPr>
          <p:cNvCxnSpPr>
            <a:cxnSpLocks/>
          </p:cNvCxnSpPr>
          <p:nvPr/>
        </p:nvCxnSpPr>
        <p:spPr>
          <a:xfrm flipV="1">
            <a:off x="1566492" y="2901456"/>
            <a:ext cx="290916" cy="392036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4CB4267D-F24F-B4D1-6B59-23A1F4C6A21C}"/>
              </a:ext>
            </a:extLst>
          </p:cNvPr>
          <p:cNvCxnSpPr>
            <a:cxnSpLocks/>
          </p:cNvCxnSpPr>
          <p:nvPr/>
        </p:nvCxnSpPr>
        <p:spPr>
          <a:xfrm flipV="1">
            <a:off x="1547605" y="2901456"/>
            <a:ext cx="0" cy="373660"/>
          </a:xfrm>
          <a:prstGeom prst="line">
            <a:avLst/>
          </a:prstGeom>
          <a:ln w="19050" cap="flat" cmpd="sng" algn="ctr">
            <a:solidFill>
              <a:srgbClr val="FFC000"/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06132AEE-66F5-3FAB-17A6-B11B52120687}"/>
              </a:ext>
            </a:extLst>
          </p:cNvPr>
          <p:cNvSpPr txBox="1"/>
          <p:nvPr/>
        </p:nvSpPr>
        <p:spPr>
          <a:xfrm>
            <a:off x="1174678" y="2977264"/>
            <a:ext cx="12518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sz="1000" b="1" dirty="0">
                <a:solidFill>
                  <a:schemeClr val="accent2">
                    <a:lumMod val="75000"/>
                  </a:schemeClr>
                </a:solidFill>
              </a:rPr>
              <a:t>除去</a:t>
            </a:r>
            <a:endParaRPr lang="ja-JP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1" name="テキスト プレースホルダー 2">
            <a:extLst>
              <a:ext uri="{FF2B5EF4-FFF2-40B4-BE49-F238E27FC236}">
                <a16:creationId xmlns:a16="http://schemas.microsoft.com/office/drawing/2014/main" id="{48DB739B-A6E4-764E-C554-942F060DF5B3}"/>
              </a:ext>
            </a:extLst>
          </p:cNvPr>
          <p:cNvSpPr txBox="1">
            <a:spLocks/>
          </p:cNvSpPr>
          <p:nvPr/>
        </p:nvSpPr>
        <p:spPr>
          <a:xfrm>
            <a:off x="1011560" y="4057245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kumimoji="1" sz="2000" b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kumimoji="1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kumimoji="1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kumimoji="1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kumimoji="1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kumimoji="1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kumimoji="1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kumimoji="1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600" dirty="0"/>
              <a:t>簡単な説明</a:t>
            </a:r>
          </a:p>
        </p:txBody>
      </p:sp>
      <p:sp>
        <p:nvSpPr>
          <p:cNvPr id="42" name="テキスト プレースホルダー 4">
            <a:extLst>
              <a:ext uri="{FF2B5EF4-FFF2-40B4-BE49-F238E27FC236}">
                <a16:creationId xmlns:a16="http://schemas.microsoft.com/office/drawing/2014/main" id="{75777D75-F365-1F7D-8EDE-24FD4E014C8F}"/>
              </a:ext>
            </a:extLst>
          </p:cNvPr>
          <p:cNvSpPr txBox="1">
            <a:spLocks/>
          </p:cNvSpPr>
          <p:nvPr/>
        </p:nvSpPr>
        <p:spPr>
          <a:xfrm>
            <a:off x="5503023" y="4137103"/>
            <a:ext cx="5183188" cy="823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kumimoji="1" sz="2000" b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kumimoji="1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kumimoji="1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kumimoji="1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kumimoji="1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kumimoji="1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kumimoji="1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kumimoji="1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800" dirty="0"/>
              <a:t>コード抜粋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BCF37158-F849-5819-2E59-7210534B3CAE}"/>
              </a:ext>
            </a:extLst>
          </p:cNvPr>
          <p:cNvSpPr txBox="1"/>
          <p:nvPr/>
        </p:nvSpPr>
        <p:spPr>
          <a:xfrm>
            <a:off x="220284" y="1975721"/>
            <a:ext cx="311729" cy="923330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dirty="0"/>
              <a:t>その一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2969CDD9-B666-4EDB-E81B-B240FE109FA7}"/>
              </a:ext>
            </a:extLst>
          </p:cNvPr>
          <p:cNvSpPr txBox="1"/>
          <p:nvPr/>
        </p:nvSpPr>
        <p:spPr>
          <a:xfrm>
            <a:off x="290086" y="4282515"/>
            <a:ext cx="311729" cy="92333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dirty="0"/>
              <a:t>その二</a:t>
            </a:r>
          </a:p>
        </p:txBody>
      </p:sp>
    </p:spTree>
    <p:extLst>
      <p:ext uri="{BB962C8B-B14F-4D97-AF65-F5344CB8AC3E}">
        <p14:creationId xmlns:p14="http://schemas.microsoft.com/office/powerpoint/2010/main" val="4230949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6BEC2-FE7E-B9D5-69B9-07EBEB921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9F27F8-7E27-77EF-52EB-1C9BFA67F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ja-JP" b="1" dirty="0"/>
              <a:t>Point 4</a:t>
            </a:r>
            <a:r>
              <a:rPr lang="ja-JP" altLang="en-US" b="1" dirty="0"/>
              <a:t>｜敵の動き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8CCF2-00F7-D5AD-EB90-1E29359BB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8213" y="1741009"/>
            <a:ext cx="5157787" cy="823912"/>
          </a:xfrm>
        </p:spPr>
        <p:txBody>
          <a:bodyPr>
            <a:normAutofit/>
          </a:bodyPr>
          <a:lstStyle/>
          <a:p>
            <a:r>
              <a:rPr lang="ja-JP" altLang="en-US" sz="1600" dirty="0"/>
              <a:t>簡単な説明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764CC34-A1C7-89D5-D6DF-7A0218B11B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03023" y="1723833"/>
            <a:ext cx="5183188" cy="823912"/>
          </a:xfrm>
        </p:spPr>
        <p:txBody>
          <a:bodyPr>
            <a:normAutofit/>
          </a:bodyPr>
          <a:lstStyle/>
          <a:p>
            <a:r>
              <a:rPr lang="ja-JP" altLang="en-US" sz="1800" dirty="0"/>
              <a:t>コード抜粋</a:t>
            </a:r>
            <a:endParaRPr kumimoji="1" lang="ja-JP" altLang="en-US" sz="18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3EFD30B-04F2-F186-F066-25127B6D1F58}"/>
              </a:ext>
            </a:extLst>
          </p:cNvPr>
          <p:cNvSpPr txBox="1"/>
          <p:nvPr/>
        </p:nvSpPr>
        <p:spPr>
          <a:xfrm>
            <a:off x="785091" y="2582097"/>
            <a:ext cx="4535054" cy="167738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82880" indent="-182880" defTabSz="914400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kumimoji="1" sz="1400"/>
            </a:lvl1pPr>
            <a:lvl2pPr indent="-182880" defTabSz="91440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kumimoji="1"/>
            </a:lvl2pPr>
            <a:lvl3pPr marL="731520" indent="-182880" defTabSz="91440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kumimoji="1" sz="1600"/>
            </a:lvl3pPr>
            <a:lvl4pPr marL="1005840" indent="-182880" defTabSz="91440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kumimoji="1" sz="1600"/>
            </a:lvl4pPr>
            <a:lvl5pPr marL="1280160" indent="-182880" defTabSz="91440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kumimoji="1" sz="1600"/>
            </a:lvl5pPr>
            <a:lvl6pPr marL="1600000" indent="-228600" defTabSz="91440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kumimoji="1" sz="1600"/>
            </a:lvl6pPr>
            <a:lvl7pPr marL="1900000" indent="-228600" defTabSz="91440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kumimoji="1" sz="1600"/>
            </a:lvl7pPr>
            <a:lvl8pPr marL="2200000" indent="-228600" defTabSz="91440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kumimoji="1" sz="1600"/>
            </a:lvl8pPr>
            <a:lvl9pPr marL="2500000" indent="-228600" defTabSz="91440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kumimoji="1" sz="1600"/>
            </a:lvl9pPr>
          </a:lstStyle>
          <a:p>
            <a:r>
              <a:rPr lang="ja-JP" altLang="en-US" dirty="0"/>
              <a:t>非攻撃型の敵は </a:t>
            </a:r>
            <a:r>
              <a:rPr lang="en-US" altLang="ja-JP" dirty="0"/>
              <a:t>Boss </a:t>
            </a:r>
            <a:r>
              <a:rPr lang="ja-JP" altLang="en-US" dirty="0"/>
              <a:t>を中心に周回する</a:t>
            </a:r>
            <a:endParaRPr lang="en-US" altLang="ja-JP" dirty="0"/>
          </a:p>
          <a:p>
            <a:r>
              <a:rPr lang="ja-JP" altLang="en-US" dirty="0"/>
              <a:t>黄金角の間隔を用いることで、密集しすぎない自然な分布を実現しています常に隙を残し、プレイヤーに攻撃機会を与える</a:t>
            </a:r>
            <a:endParaRPr lang="en-US" altLang="ja-JP" dirty="0"/>
          </a:p>
          <a:p>
            <a:r>
              <a:rPr lang="ja-JP" altLang="en-US" dirty="0"/>
              <a:t>半径に </a:t>
            </a:r>
            <a:r>
              <a:rPr lang="en-US" altLang="ja-JP" dirty="0"/>
              <a:t>sin</a:t>
            </a:r>
            <a:r>
              <a:rPr lang="ja-JP" altLang="en-US" dirty="0"/>
              <a:t> を加え、呼吸のような揺らぎを表現</a:t>
            </a:r>
            <a:endParaRPr lang="en-US" altLang="ja-JP" dirty="0"/>
          </a:p>
          <a:p>
            <a:r>
              <a:rPr lang="ja-JP" altLang="en-US" dirty="0"/>
              <a:t>倒しても再生成され</a:t>
            </a:r>
          </a:p>
        </p:txBody>
      </p:sp>
      <p:sp>
        <p:nvSpPr>
          <p:cNvPr id="7" name="直方体 6">
            <a:extLst>
              <a:ext uri="{FF2B5EF4-FFF2-40B4-BE49-F238E27FC236}">
                <a16:creationId xmlns:a16="http://schemas.microsoft.com/office/drawing/2014/main" id="{08B7BD0A-AEF6-094B-5830-913E28B90F09}"/>
              </a:ext>
            </a:extLst>
          </p:cNvPr>
          <p:cNvSpPr/>
          <p:nvPr/>
        </p:nvSpPr>
        <p:spPr>
          <a:xfrm>
            <a:off x="2558473" y="5015346"/>
            <a:ext cx="147782" cy="166255"/>
          </a:xfrm>
          <a:prstGeom prst="cub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直方体 7">
            <a:extLst>
              <a:ext uri="{FF2B5EF4-FFF2-40B4-BE49-F238E27FC236}">
                <a16:creationId xmlns:a16="http://schemas.microsoft.com/office/drawing/2014/main" id="{6673E5D2-E477-357B-ECF6-D511D551D5C8}"/>
              </a:ext>
            </a:extLst>
          </p:cNvPr>
          <p:cNvSpPr/>
          <p:nvPr/>
        </p:nvSpPr>
        <p:spPr>
          <a:xfrm>
            <a:off x="2142837" y="4867565"/>
            <a:ext cx="129309" cy="129309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直方体 8">
            <a:extLst>
              <a:ext uri="{FF2B5EF4-FFF2-40B4-BE49-F238E27FC236}">
                <a16:creationId xmlns:a16="http://schemas.microsoft.com/office/drawing/2014/main" id="{53279540-E3E4-E4A1-C739-3CB36EEB96CD}"/>
              </a:ext>
            </a:extLst>
          </p:cNvPr>
          <p:cNvSpPr/>
          <p:nvPr/>
        </p:nvSpPr>
        <p:spPr>
          <a:xfrm>
            <a:off x="3094183" y="5144654"/>
            <a:ext cx="129309" cy="129309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直方体 9">
            <a:extLst>
              <a:ext uri="{FF2B5EF4-FFF2-40B4-BE49-F238E27FC236}">
                <a16:creationId xmlns:a16="http://schemas.microsoft.com/office/drawing/2014/main" id="{7DD84EFE-7DD1-F8C5-27C7-B9970F55D203}"/>
              </a:ext>
            </a:extLst>
          </p:cNvPr>
          <p:cNvSpPr/>
          <p:nvPr/>
        </p:nvSpPr>
        <p:spPr>
          <a:xfrm>
            <a:off x="2478268" y="5189319"/>
            <a:ext cx="129309" cy="129309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直方体 10">
            <a:extLst>
              <a:ext uri="{FF2B5EF4-FFF2-40B4-BE49-F238E27FC236}">
                <a16:creationId xmlns:a16="http://schemas.microsoft.com/office/drawing/2014/main" id="{397A4430-4C2A-51A7-5531-BE01DE4D6AFC}"/>
              </a:ext>
            </a:extLst>
          </p:cNvPr>
          <p:cNvSpPr/>
          <p:nvPr/>
        </p:nvSpPr>
        <p:spPr>
          <a:xfrm>
            <a:off x="3364345" y="5015345"/>
            <a:ext cx="129309" cy="129309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直方体 11">
            <a:extLst>
              <a:ext uri="{FF2B5EF4-FFF2-40B4-BE49-F238E27FC236}">
                <a16:creationId xmlns:a16="http://schemas.microsoft.com/office/drawing/2014/main" id="{0DF3D169-D889-B0BD-9935-98AACC09BAE8}"/>
              </a:ext>
            </a:extLst>
          </p:cNvPr>
          <p:cNvSpPr/>
          <p:nvPr/>
        </p:nvSpPr>
        <p:spPr>
          <a:xfrm>
            <a:off x="3061853" y="4793672"/>
            <a:ext cx="129309" cy="129309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直方体 12">
            <a:extLst>
              <a:ext uri="{FF2B5EF4-FFF2-40B4-BE49-F238E27FC236}">
                <a16:creationId xmlns:a16="http://schemas.microsoft.com/office/drawing/2014/main" id="{1D391E8E-864F-E528-8D05-FB4BF924063E}"/>
              </a:ext>
            </a:extLst>
          </p:cNvPr>
          <p:cNvSpPr/>
          <p:nvPr/>
        </p:nvSpPr>
        <p:spPr>
          <a:xfrm>
            <a:off x="2627746" y="4756727"/>
            <a:ext cx="129309" cy="129309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79AAB367-B979-5A24-18A9-D1A44FC8019B}"/>
              </a:ext>
            </a:extLst>
          </p:cNvPr>
          <p:cNvSpPr/>
          <p:nvPr/>
        </p:nvSpPr>
        <p:spPr>
          <a:xfrm>
            <a:off x="2050833" y="4830619"/>
            <a:ext cx="1440873" cy="424873"/>
          </a:xfrm>
          <a:prstGeom prst="ellipse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直方体 14">
            <a:extLst>
              <a:ext uri="{FF2B5EF4-FFF2-40B4-BE49-F238E27FC236}">
                <a16:creationId xmlns:a16="http://schemas.microsoft.com/office/drawing/2014/main" id="{7DEE17A0-51D8-CA21-90D0-0AFD3072024F}"/>
              </a:ext>
            </a:extLst>
          </p:cNvPr>
          <p:cNvSpPr/>
          <p:nvPr/>
        </p:nvSpPr>
        <p:spPr>
          <a:xfrm>
            <a:off x="2135241" y="5103091"/>
            <a:ext cx="129309" cy="129309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C40CB386-C4E2-39FB-87DB-7A1B33D65663}"/>
              </a:ext>
            </a:extLst>
          </p:cNvPr>
          <p:cNvSpPr/>
          <p:nvPr/>
        </p:nvSpPr>
        <p:spPr>
          <a:xfrm>
            <a:off x="2261973" y="4627415"/>
            <a:ext cx="1033892" cy="258623"/>
          </a:xfrm>
          <a:prstGeom prst="ellipse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B6213C1E-96B8-AB21-8B00-41E6E8511F75}"/>
              </a:ext>
            </a:extLst>
          </p:cNvPr>
          <p:cNvSpPr/>
          <p:nvPr/>
        </p:nvSpPr>
        <p:spPr>
          <a:xfrm>
            <a:off x="2261973" y="5310909"/>
            <a:ext cx="1023141" cy="258623"/>
          </a:xfrm>
          <a:prstGeom prst="ellipse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直方体 17">
            <a:extLst>
              <a:ext uri="{FF2B5EF4-FFF2-40B4-BE49-F238E27FC236}">
                <a16:creationId xmlns:a16="http://schemas.microsoft.com/office/drawing/2014/main" id="{3BD59C66-9534-2A5B-0BA8-69F58D4E4D5A}"/>
              </a:ext>
            </a:extLst>
          </p:cNvPr>
          <p:cNvSpPr/>
          <p:nvPr/>
        </p:nvSpPr>
        <p:spPr>
          <a:xfrm>
            <a:off x="2618508" y="5541823"/>
            <a:ext cx="129309" cy="129309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直方体 18">
            <a:extLst>
              <a:ext uri="{FF2B5EF4-FFF2-40B4-BE49-F238E27FC236}">
                <a16:creationId xmlns:a16="http://schemas.microsoft.com/office/drawing/2014/main" id="{45A0688D-F1EF-2F4C-3037-E8D4E91512AA}"/>
              </a:ext>
            </a:extLst>
          </p:cNvPr>
          <p:cNvSpPr/>
          <p:nvPr/>
        </p:nvSpPr>
        <p:spPr>
          <a:xfrm>
            <a:off x="3126507" y="5417131"/>
            <a:ext cx="129309" cy="129309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直方体 19">
            <a:extLst>
              <a:ext uri="{FF2B5EF4-FFF2-40B4-BE49-F238E27FC236}">
                <a16:creationId xmlns:a16="http://schemas.microsoft.com/office/drawing/2014/main" id="{F75D60C3-B7A8-55A0-E079-F1A5588E4220}"/>
              </a:ext>
            </a:extLst>
          </p:cNvPr>
          <p:cNvSpPr/>
          <p:nvPr/>
        </p:nvSpPr>
        <p:spPr>
          <a:xfrm>
            <a:off x="2771269" y="5287821"/>
            <a:ext cx="129309" cy="129309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直方体 20">
            <a:extLst>
              <a:ext uri="{FF2B5EF4-FFF2-40B4-BE49-F238E27FC236}">
                <a16:creationId xmlns:a16="http://schemas.microsoft.com/office/drawing/2014/main" id="{853C6C85-0020-F404-A1E0-3663C1C0AE58}"/>
              </a:ext>
            </a:extLst>
          </p:cNvPr>
          <p:cNvSpPr/>
          <p:nvPr/>
        </p:nvSpPr>
        <p:spPr>
          <a:xfrm>
            <a:off x="2220552" y="5385591"/>
            <a:ext cx="129309" cy="129309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直方体 21">
            <a:extLst>
              <a:ext uri="{FF2B5EF4-FFF2-40B4-BE49-F238E27FC236}">
                <a16:creationId xmlns:a16="http://schemas.microsoft.com/office/drawing/2014/main" id="{80948B4D-C517-3698-9746-ABF5633115F6}"/>
              </a:ext>
            </a:extLst>
          </p:cNvPr>
          <p:cNvSpPr/>
          <p:nvPr/>
        </p:nvSpPr>
        <p:spPr>
          <a:xfrm>
            <a:off x="2576946" y="4744395"/>
            <a:ext cx="129309" cy="129309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直方体 22">
            <a:extLst>
              <a:ext uri="{FF2B5EF4-FFF2-40B4-BE49-F238E27FC236}">
                <a16:creationId xmlns:a16="http://schemas.microsoft.com/office/drawing/2014/main" id="{4A25836A-52DC-43DE-5E12-58C033353E36}"/>
              </a:ext>
            </a:extLst>
          </p:cNvPr>
          <p:cNvSpPr/>
          <p:nvPr/>
        </p:nvSpPr>
        <p:spPr>
          <a:xfrm>
            <a:off x="3084945" y="4619703"/>
            <a:ext cx="129309" cy="129309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直方体 23">
            <a:extLst>
              <a:ext uri="{FF2B5EF4-FFF2-40B4-BE49-F238E27FC236}">
                <a16:creationId xmlns:a16="http://schemas.microsoft.com/office/drawing/2014/main" id="{06E23624-AAE4-1D30-9F54-15957381B262}"/>
              </a:ext>
            </a:extLst>
          </p:cNvPr>
          <p:cNvSpPr/>
          <p:nvPr/>
        </p:nvSpPr>
        <p:spPr>
          <a:xfrm>
            <a:off x="2729707" y="4490393"/>
            <a:ext cx="129309" cy="129309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直方体 24">
            <a:extLst>
              <a:ext uri="{FF2B5EF4-FFF2-40B4-BE49-F238E27FC236}">
                <a16:creationId xmlns:a16="http://schemas.microsoft.com/office/drawing/2014/main" id="{8E1ECEA8-DDFF-3687-D73A-E0D10FAC3091}"/>
              </a:ext>
            </a:extLst>
          </p:cNvPr>
          <p:cNvSpPr/>
          <p:nvPr/>
        </p:nvSpPr>
        <p:spPr>
          <a:xfrm>
            <a:off x="2218912" y="4633026"/>
            <a:ext cx="129309" cy="129309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319807A0-0E4E-5078-73F8-802A1064EE60}"/>
              </a:ext>
            </a:extLst>
          </p:cNvPr>
          <p:cNvSpPr/>
          <p:nvPr/>
        </p:nvSpPr>
        <p:spPr>
          <a:xfrm>
            <a:off x="2076052" y="4892963"/>
            <a:ext cx="2147094" cy="347155"/>
          </a:xfrm>
          <a:prstGeom prst="ellipse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直方体 26">
            <a:extLst>
              <a:ext uri="{FF2B5EF4-FFF2-40B4-BE49-F238E27FC236}">
                <a16:creationId xmlns:a16="http://schemas.microsoft.com/office/drawing/2014/main" id="{A73FD6CE-C54B-7CE7-66C4-5F057A006F1E}"/>
              </a:ext>
            </a:extLst>
          </p:cNvPr>
          <p:cNvSpPr/>
          <p:nvPr/>
        </p:nvSpPr>
        <p:spPr>
          <a:xfrm>
            <a:off x="4093837" y="4969164"/>
            <a:ext cx="129309" cy="129309"/>
          </a:xfrm>
          <a:prstGeom prst="cub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直方体 27">
            <a:extLst>
              <a:ext uri="{FF2B5EF4-FFF2-40B4-BE49-F238E27FC236}">
                <a16:creationId xmlns:a16="http://schemas.microsoft.com/office/drawing/2014/main" id="{A954AD42-1DD0-44C5-933F-FACFE80178FD}"/>
              </a:ext>
            </a:extLst>
          </p:cNvPr>
          <p:cNvSpPr/>
          <p:nvPr/>
        </p:nvSpPr>
        <p:spPr>
          <a:xfrm>
            <a:off x="3374916" y="4553131"/>
            <a:ext cx="129309" cy="129309"/>
          </a:xfrm>
          <a:prstGeom prst="cub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直方体 28">
            <a:extLst>
              <a:ext uri="{FF2B5EF4-FFF2-40B4-BE49-F238E27FC236}">
                <a16:creationId xmlns:a16="http://schemas.microsoft.com/office/drawing/2014/main" id="{83F1DC97-38E6-03CD-392C-C4C346A329E7}"/>
              </a:ext>
            </a:extLst>
          </p:cNvPr>
          <p:cNvSpPr/>
          <p:nvPr/>
        </p:nvSpPr>
        <p:spPr>
          <a:xfrm>
            <a:off x="3470559" y="5440219"/>
            <a:ext cx="129309" cy="129309"/>
          </a:xfrm>
          <a:prstGeom prst="cub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59B376B2-1752-C6CB-1456-5CF22B39C986}"/>
              </a:ext>
            </a:extLst>
          </p:cNvPr>
          <p:cNvSpPr/>
          <p:nvPr/>
        </p:nvSpPr>
        <p:spPr>
          <a:xfrm>
            <a:off x="2153588" y="5303587"/>
            <a:ext cx="1338118" cy="347155"/>
          </a:xfrm>
          <a:prstGeom prst="ellipse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直方体 30">
            <a:extLst>
              <a:ext uri="{FF2B5EF4-FFF2-40B4-BE49-F238E27FC236}">
                <a16:creationId xmlns:a16="http://schemas.microsoft.com/office/drawing/2014/main" id="{3516C7C2-B95C-B31D-B2CA-7242A2B4ED85}"/>
              </a:ext>
            </a:extLst>
          </p:cNvPr>
          <p:cNvSpPr/>
          <p:nvPr/>
        </p:nvSpPr>
        <p:spPr>
          <a:xfrm>
            <a:off x="3529806" y="4824846"/>
            <a:ext cx="129309" cy="129309"/>
          </a:xfrm>
          <a:prstGeom prst="cub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6B0533E7-BB35-DCE8-03A8-6E21EE406675}"/>
              </a:ext>
            </a:extLst>
          </p:cNvPr>
          <p:cNvSpPr/>
          <p:nvPr/>
        </p:nvSpPr>
        <p:spPr>
          <a:xfrm>
            <a:off x="2125302" y="4541585"/>
            <a:ext cx="1338118" cy="347155"/>
          </a:xfrm>
          <a:prstGeom prst="ellipse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直方体 32">
            <a:extLst>
              <a:ext uri="{FF2B5EF4-FFF2-40B4-BE49-F238E27FC236}">
                <a16:creationId xmlns:a16="http://schemas.microsoft.com/office/drawing/2014/main" id="{5AE631B3-B683-E295-DE89-D9E0A1C29F62}"/>
              </a:ext>
            </a:extLst>
          </p:cNvPr>
          <p:cNvSpPr/>
          <p:nvPr/>
        </p:nvSpPr>
        <p:spPr>
          <a:xfrm>
            <a:off x="3594460" y="5124664"/>
            <a:ext cx="129309" cy="129309"/>
          </a:xfrm>
          <a:prstGeom prst="cub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7" name="図 36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FF3ECF4C-534D-AFB7-E61F-775E21574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3023" y="5000543"/>
            <a:ext cx="3328986" cy="568985"/>
          </a:xfrm>
          <a:prstGeom prst="rect">
            <a:avLst/>
          </a:prstGeom>
        </p:spPr>
      </p:pic>
      <p:pic>
        <p:nvPicPr>
          <p:cNvPr id="39" name="図 38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4434C5D6-539B-B81C-1002-CC73FB17FD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1029"/>
          <a:stretch>
            <a:fillRect/>
          </a:stretch>
        </p:blipFill>
        <p:spPr>
          <a:xfrm>
            <a:off x="5511439" y="2310896"/>
            <a:ext cx="3126484" cy="2482775"/>
          </a:xfrm>
          <a:prstGeom prst="rect">
            <a:avLst/>
          </a:prstGeom>
        </p:spPr>
      </p:pic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831A3E44-D9C8-808C-CC49-B2FBB1F7C0F4}"/>
              </a:ext>
            </a:extLst>
          </p:cNvPr>
          <p:cNvSpPr txBox="1"/>
          <p:nvPr/>
        </p:nvSpPr>
        <p:spPr>
          <a:xfrm>
            <a:off x="2654722" y="4969164"/>
            <a:ext cx="4603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/>
              <a:t>boss</a:t>
            </a:r>
            <a:endParaRPr kumimoji="1" lang="ja-JP" altLang="en-US" sz="1000" dirty="0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C4D24E90-D9A5-6905-5D5A-454094FEF63D}"/>
              </a:ext>
            </a:extLst>
          </p:cNvPr>
          <p:cNvSpPr txBox="1"/>
          <p:nvPr/>
        </p:nvSpPr>
        <p:spPr>
          <a:xfrm>
            <a:off x="3790745" y="4710938"/>
            <a:ext cx="5068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/>
              <a:t>pulse</a:t>
            </a:r>
            <a:endParaRPr kumimoji="1" lang="ja-JP" altLang="en-US" sz="1000" dirty="0"/>
          </a:p>
        </p:txBody>
      </p:sp>
      <p:pic>
        <p:nvPicPr>
          <p:cNvPr id="50" name="図 49" descr="テキス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D114D0C2-A60F-017C-2429-C8E8D613B9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1199" y="2899808"/>
            <a:ext cx="1537812" cy="356992"/>
          </a:xfrm>
          <a:prstGeom prst="rect">
            <a:avLst/>
          </a:prstGeom>
        </p:spPr>
      </p:pic>
      <p:pic>
        <p:nvPicPr>
          <p:cNvPr id="53" name="図 52" descr="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90E7A202-345F-578B-2CBE-4038A2DA15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2727" y="2564921"/>
            <a:ext cx="758552" cy="372317"/>
          </a:xfrm>
          <a:prstGeom prst="rect">
            <a:avLst/>
          </a:prstGeom>
        </p:spPr>
      </p:pic>
      <p:sp>
        <p:nvSpPr>
          <p:cNvPr id="56" name="矢印: 下 55">
            <a:extLst>
              <a:ext uri="{FF2B5EF4-FFF2-40B4-BE49-F238E27FC236}">
                <a16:creationId xmlns:a16="http://schemas.microsoft.com/office/drawing/2014/main" id="{884EAB77-D04E-4D08-997A-DFB0B5F3DC44}"/>
              </a:ext>
            </a:extLst>
          </p:cNvPr>
          <p:cNvSpPr/>
          <p:nvPr/>
        </p:nvSpPr>
        <p:spPr>
          <a:xfrm>
            <a:off x="9756449" y="3242357"/>
            <a:ext cx="164830" cy="25301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8" name="図 57" descr="ダイア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B3BE316A-BA29-C184-8E48-22AC217E11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2647" y="3526595"/>
            <a:ext cx="1825601" cy="432949"/>
          </a:xfrm>
          <a:prstGeom prst="rect">
            <a:avLst/>
          </a:prstGeom>
        </p:spPr>
      </p:pic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2C284B8C-B45D-F928-896B-B16DCF7C04AF}"/>
              </a:ext>
            </a:extLst>
          </p:cNvPr>
          <p:cNvSpPr txBox="1"/>
          <p:nvPr/>
        </p:nvSpPr>
        <p:spPr>
          <a:xfrm>
            <a:off x="9213097" y="4044673"/>
            <a:ext cx="14163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/>
              <a:t>≈ 137.5°</a:t>
            </a:r>
          </a:p>
        </p:txBody>
      </p:sp>
    </p:spTree>
    <p:extLst>
      <p:ext uri="{BB962C8B-B14F-4D97-AF65-F5344CB8AC3E}">
        <p14:creationId xmlns:p14="http://schemas.microsoft.com/office/powerpoint/2010/main" val="2431623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木版活字">
  <a:themeElements>
    <a:clrScheme name="木版活字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木版活字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木版活字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TM03090434[[fn=木版活字]]</Template>
  <TotalTime>487</TotalTime>
  <Words>381</Words>
  <Application>Microsoft Office PowerPoint</Application>
  <PresentationFormat>ワイド画面</PresentationFormat>
  <Paragraphs>59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3" baseType="lpstr">
      <vt:lpstr>Batang</vt:lpstr>
      <vt:lpstr>Arial</vt:lpstr>
      <vt:lpstr>Calibri</vt:lpstr>
      <vt:lpstr>Rockwell</vt:lpstr>
      <vt:lpstr>Rockwell Condensed</vt:lpstr>
      <vt:lpstr>Wingdings</vt:lpstr>
      <vt:lpstr>木版活字</vt:lpstr>
      <vt:lpstr>C  RE　</vt:lpstr>
      <vt:lpstr>創作目標</vt:lpstr>
      <vt:lpstr>Point 1｜敵視線判定</vt:lpstr>
      <vt:lpstr>Point 2｜攻撃 AI：放物線弾道</vt:lpstr>
      <vt:lpstr>Point 3｜スムーズな移動</vt:lpstr>
      <vt:lpstr>Point 4｜敵の動き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婧 赵</dc:creator>
  <cp:lastModifiedBy>婧 赵</cp:lastModifiedBy>
  <cp:revision>3</cp:revision>
  <dcterms:created xsi:type="dcterms:W3CDTF">2026-01-14T17:28:33Z</dcterms:created>
  <dcterms:modified xsi:type="dcterms:W3CDTF">2026-01-18T10:55:09Z</dcterms:modified>
</cp:coreProperties>
</file>